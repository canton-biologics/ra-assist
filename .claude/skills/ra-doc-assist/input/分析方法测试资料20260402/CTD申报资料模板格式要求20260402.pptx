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61" r:id="rId2"/>
    <p:sldId id="264" r:id="rId3"/>
    <p:sldId id="276" r:id="rId4"/>
    <p:sldId id="270" r:id="rId5"/>
    <p:sldId id="275" r:id="rId6"/>
    <p:sldId id="28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52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FD0F851-EC5A-4D38-B0AD-8093EC10F338}" styleName="浅色样式 1 - 强调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79" d="100"/>
          <a:sy n="79" d="100"/>
        </p:scale>
        <p:origin x="821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7804E6-9F79-4C1F-9215-3C95C4129589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1F8879-68DC-4FBA-8529-DD262C2D06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5828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5287B-59F6-45DC-B8A2-61E743E3A787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62705-683C-475F-BF4D-B747E7E49F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1762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24"/>
            <a:ext cx="12192000" cy="6857552"/>
          </a:xfrm>
          <a:prstGeom prst="rect">
            <a:avLst/>
          </a:prstGeom>
        </p:spPr>
      </p:pic>
      <p:sp>
        <p:nvSpPr>
          <p:cNvPr id="9" name="灯片编号占位符 5"/>
          <p:cNvSpPr txBox="1">
            <a:spLocks/>
          </p:cNvSpPr>
          <p:nvPr userDrawn="1"/>
        </p:nvSpPr>
        <p:spPr>
          <a:xfrm>
            <a:off x="9335804" y="644043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3670D3A-A185-4EC2-AEAA-D14880D297BF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29407"/>
            <a:ext cx="10515600" cy="4747555"/>
          </a:xfrm>
        </p:spPr>
        <p:txBody>
          <a:bodyPr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4" name="标题 1"/>
          <p:cNvSpPr>
            <a:spLocks noGrp="1"/>
          </p:cNvSpPr>
          <p:nvPr>
            <p:ph type="title"/>
          </p:nvPr>
        </p:nvSpPr>
        <p:spPr>
          <a:xfrm>
            <a:off x="217218" y="316014"/>
            <a:ext cx="9118586" cy="514595"/>
          </a:xfrm>
        </p:spPr>
        <p:txBody>
          <a:bodyPr>
            <a:normAutofit/>
          </a:bodyPr>
          <a:lstStyle>
            <a:lvl1pPr>
              <a:defRPr sz="3200" b="1">
                <a:solidFill>
                  <a:srgbClr val="1F528E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8" name="文本框 7"/>
          <p:cNvSpPr txBox="1"/>
          <p:nvPr userDrawn="1"/>
        </p:nvSpPr>
        <p:spPr>
          <a:xfrm>
            <a:off x="1" y="6537888"/>
            <a:ext cx="17762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rgbClr val="5E5A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</a:t>
            </a:r>
            <a:endParaRPr lang="zh-CN" altLang="en-US" sz="1000" dirty="0">
              <a:solidFill>
                <a:srgbClr val="5E5A5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7608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24"/>
            <a:ext cx="12192000" cy="6857552"/>
          </a:xfrm>
          <a:prstGeom prst="rect">
            <a:avLst/>
          </a:prstGeom>
        </p:spPr>
      </p:pic>
      <p:sp>
        <p:nvSpPr>
          <p:cNvPr id="10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335804" y="6440433"/>
            <a:ext cx="2743200" cy="365125"/>
          </a:xfrm>
        </p:spPr>
        <p:txBody>
          <a:bodyPr/>
          <a:lstStyle/>
          <a:p>
            <a:fld id="{23670D3A-A185-4EC2-AEAA-D14880D297BF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1" name="文本框 10"/>
          <p:cNvSpPr txBox="1"/>
          <p:nvPr userDrawn="1"/>
        </p:nvSpPr>
        <p:spPr>
          <a:xfrm>
            <a:off x="1" y="6537888"/>
            <a:ext cx="17762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rgbClr val="5E5A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</a:t>
            </a:r>
            <a:endParaRPr lang="zh-CN" altLang="en-US" sz="1000" dirty="0">
              <a:solidFill>
                <a:srgbClr val="5E5A5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439917"/>
            <a:ext cx="5181600" cy="4737046"/>
          </a:xfrm>
        </p:spPr>
        <p:txBody>
          <a:bodyPr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439917"/>
            <a:ext cx="5181600" cy="4737046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3" name="标题 1"/>
          <p:cNvSpPr>
            <a:spLocks noGrp="1"/>
          </p:cNvSpPr>
          <p:nvPr>
            <p:ph type="title"/>
          </p:nvPr>
        </p:nvSpPr>
        <p:spPr>
          <a:xfrm>
            <a:off x="217218" y="316014"/>
            <a:ext cx="9118586" cy="514595"/>
          </a:xfr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3200" b="0" kern="1200" dirty="0">
                <a:solidFill>
                  <a:srgbClr val="1F528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120280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24"/>
            <a:ext cx="12192000" cy="6857552"/>
          </a:xfrm>
          <a:prstGeom prst="rect">
            <a:avLst/>
          </a:prstGeom>
        </p:spPr>
      </p:pic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439917"/>
            <a:ext cx="5157787" cy="1065158"/>
          </a:xfrm>
        </p:spPr>
        <p:txBody>
          <a:bodyPr anchor="ctr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439917"/>
            <a:ext cx="5183188" cy="1065158"/>
          </a:xfrm>
        </p:spPr>
        <p:txBody>
          <a:bodyPr anchor="ctr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335804" y="6440433"/>
            <a:ext cx="2743200" cy="365125"/>
          </a:xfrm>
        </p:spPr>
        <p:txBody>
          <a:bodyPr/>
          <a:lstStyle/>
          <a:p>
            <a:fld id="{23670D3A-A185-4EC2-AEAA-D14880D297BF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3" name="文本框 12"/>
          <p:cNvSpPr txBox="1"/>
          <p:nvPr userDrawn="1"/>
        </p:nvSpPr>
        <p:spPr>
          <a:xfrm>
            <a:off x="1" y="6537888"/>
            <a:ext cx="17762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rgbClr val="5E5A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</a:t>
            </a:r>
            <a:endParaRPr lang="zh-CN" altLang="en-US" sz="1000" dirty="0">
              <a:solidFill>
                <a:srgbClr val="5E5A5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标题 1"/>
          <p:cNvSpPr>
            <a:spLocks noGrp="1"/>
          </p:cNvSpPr>
          <p:nvPr>
            <p:ph type="title"/>
          </p:nvPr>
        </p:nvSpPr>
        <p:spPr>
          <a:xfrm>
            <a:off x="217218" y="316014"/>
            <a:ext cx="9118586" cy="514595"/>
          </a:xfr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3200" b="0" kern="1200" dirty="0">
                <a:solidFill>
                  <a:srgbClr val="1F528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5816340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20"/>
            <a:ext cx="12192000" cy="6857552"/>
          </a:xfrm>
          <a:prstGeom prst="rect">
            <a:avLst/>
          </a:prstGeom>
        </p:spPr>
      </p:pic>
      <p:sp>
        <p:nvSpPr>
          <p:cNvPr id="10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335804" y="6440433"/>
            <a:ext cx="2743200" cy="365125"/>
          </a:xfrm>
        </p:spPr>
        <p:txBody>
          <a:bodyPr/>
          <a:lstStyle/>
          <a:p>
            <a:fld id="{23670D3A-A185-4EC2-AEAA-D14880D297BF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1" name="文本框 10"/>
          <p:cNvSpPr txBox="1"/>
          <p:nvPr userDrawn="1"/>
        </p:nvSpPr>
        <p:spPr>
          <a:xfrm>
            <a:off x="1" y="6537888"/>
            <a:ext cx="17762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rgbClr val="5E5A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</a:t>
            </a:r>
            <a:endParaRPr lang="zh-CN" altLang="en-US" sz="1000" dirty="0">
              <a:solidFill>
                <a:srgbClr val="5E5A5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1360834"/>
            <a:ext cx="3932237" cy="106997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1360834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430809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3" hasCustomPrompt="1"/>
          </p:nvPr>
        </p:nvSpPr>
        <p:spPr>
          <a:xfrm>
            <a:off x="219681" y="290975"/>
            <a:ext cx="9523412" cy="553599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Tx/>
              <a:buNone/>
              <a:defRPr lang="zh-CN" altLang="en-US" sz="3200" b="0" kern="1200" dirty="0">
                <a:solidFill>
                  <a:srgbClr val="1F528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764901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24"/>
            <a:ext cx="12192000" cy="6857552"/>
          </a:xfrm>
          <a:prstGeom prst="rect">
            <a:avLst/>
          </a:prstGeom>
        </p:spPr>
      </p:pic>
      <p:sp>
        <p:nvSpPr>
          <p:cNvPr id="14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335804" y="6440433"/>
            <a:ext cx="2743200" cy="365125"/>
          </a:xfrm>
        </p:spPr>
        <p:txBody>
          <a:bodyPr/>
          <a:lstStyle/>
          <a:p>
            <a:fld id="{23670D3A-A185-4EC2-AEAA-D14880D297BF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5" name="文本框 14"/>
          <p:cNvSpPr txBox="1"/>
          <p:nvPr userDrawn="1"/>
        </p:nvSpPr>
        <p:spPr>
          <a:xfrm>
            <a:off x="1" y="6537888"/>
            <a:ext cx="17762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rgbClr val="5E5A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</a:t>
            </a:r>
            <a:endParaRPr lang="zh-CN" altLang="en-US" sz="1000" dirty="0">
              <a:solidFill>
                <a:srgbClr val="5E5A5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1313793"/>
            <a:ext cx="3932237" cy="11245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1313792"/>
            <a:ext cx="6172200" cy="454725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511972"/>
            <a:ext cx="3932237" cy="335701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22" name="文本占位符 16"/>
          <p:cNvSpPr>
            <a:spLocks noGrp="1"/>
          </p:cNvSpPr>
          <p:nvPr>
            <p:ph type="body" sz="quarter" idx="13" hasCustomPrompt="1"/>
          </p:nvPr>
        </p:nvSpPr>
        <p:spPr>
          <a:xfrm>
            <a:off x="219681" y="290975"/>
            <a:ext cx="9523412" cy="553599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Tx/>
              <a:buNone/>
              <a:defRPr lang="zh-CN" altLang="en-US" sz="3200" b="0" kern="1200" dirty="0">
                <a:solidFill>
                  <a:srgbClr val="1F528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962418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24"/>
            <a:ext cx="12192000" cy="6857552"/>
          </a:xfrm>
          <a:prstGeom prst="rect">
            <a:avLst/>
          </a:prstGeom>
        </p:spPr>
      </p:pic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335804" y="6440433"/>
            <a:ext cx="2743200" cy="365125"/>
          </a:xfrm>
        </p:spPr>
        <p:txBody>
          <a:bodyPr/>
          <a:lstStyle/>
          <a:p>
            <a:fld id="{23670D3A-A185-4EC2-AEAA-D14880D297BF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" name="文本框 9"/>
          <p:cNvSpPr txBox="1"/>
          <p:nvPr userDrawn="1"/>
        </p:nvSpPr>
        <p:spPr>
          <a:xfrm>
            <a:off x="1" y="6537888"/>
            <a:ext cx="17762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rgbClr val="5E5A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</a:t>
            </a:r>
            <a:endParaRPr lang="zh-CN" altLang="en-US" sz="1000" dirty="0">
              <a:solidFill>
                <a:srgbClr val="5E5A5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标题 1"/>
          <p:cNvSpPr>
            <a:spLocks noGrp="1"/>
          </p:cNvSpPr>
          <p:nvPr>
            <p:ph type="title"/>
          </p:nvPr>
        </p:nvSpPr>
        <p:spPr>
          <a:xfrm>
            <a:off x="217218" y="316014"/>
            <a:ext cx="9118586" cy="514595"/>
          </a:xfr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3200" b="0" kern="1200" dirty="0">
                <a:solidFill>
                  <a:srgbClr val="1F528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158084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24"/>
            <a:ext cx="12192000" cy="6857552"/>
          </a:xfrm>
          <a:prstGeom prst="rect">
            <a:avLst/>
          </a:prstGeom>
        </p:spPr>
      </p:pic>
      <p:sp>
        <p:nvSpPr>
          <p:cNvPr id="1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335804" y="6440433"/>
            <a:ext cx="2743200" cy="365125"/>
          </a:xfrm>
        </p:spPr>
        <p:txBody>
          <a:bodyPr/>
          <a:lstStyle/>
          <a:p>
            <a:fld id="{23670D3A-A185-4EC2-AEAA-D14880D297BF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4" name="文本框 13"/>
          <p:cNvSpPr txBox="1"/>
          <p:nvPr userDrawn="1"/>
        </p:nvSpPr>
        <p:spPr>
          <a:xfrm>
            <a:off x="1" y="6537888"/>
            <a:ext cx="17762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rgbClr val="5E5A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</a:t>
            </a:r>
            <a:endParaRPr lang="zh-CN" altLang="en-US" sz="1000" dirty="0">
              <a:solidFill>
                <a:srgbClr val="5E5A5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1146399"/>
            <a:ext cx="2628900" cy="5030564"/>
          </a:xfrm>
        </p:spPr>
        <p:txBody>
          <a:bodyPr vert="eaVert"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146399"/>
            <a:ext cx="7734300" cy="5030564"/>
          </a:xfrm>
        </p:spPr>
        <p:txBody>
          <a:bodyPr vert="eaVert"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8" name="文本占位符 16"/>
          <p:cNvSpPr>
            <a:spLocks noGrp="1"/>
          </p:cNvSpPr>
          <p:nvPr>
            <p:ph type="body" sz="quarter" idx="13" hasCustomPrompt="1"/>
          </p:nvPr>
        </p:nvSpPr>
        <p:spPr>
          <a:xfrm>
            <a:off x="219681" y="290975"/>
            <a:ext cx="9523412" cy="553599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Tx/>
              <a:buNone/>
              <a:defRPr lang="zh-CN" altLang="en-US" sz="3200" b="0" kern="1200" dirty="0">
                <a:solidFill>
                  <a:srgbClr val="1F528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721143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363200" y="224"/>
            <a:ext cx="1828800" cy="874419"/>
          </a:xfrm>
          <a:prstGeom prst="rect">
            <a:avLst/>
          </a:prstGeom>
        </p:spPr>
      </p:pic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335804" y="6440433"/>
            <a:ext cx="2743200" cy="365125"/>
          </a:xfrm>
        </p:spPr>
        <p:txBody>
          <a:bodyPr/>
          <a:lstStyle/>
          <a:p>
            <a:fld id="{23670D3A-A185-4EC2-AEAA-D14880D297B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文本框 4"/>
          <p:cNvSpPr txBox="1"/>
          <p:nvPr userDrawn="1"/>
        </p:nvSpPr>
        <p:spPr>
          <a:xfrm>
            <a:off x="1" y="6537888"/>
            <a:ext cx="17762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rgbClr val="5E5A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</a:t>
            </a:r>
            <a:endParaRPr lang="zh-CN" altLang="en-US" sz="1000" dirty="0">
              <a:solidFill>
                <a:srgbClr val="5E5A5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9682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 userDrawn="1"/>
        </p:nvSpPr>
        <p:spPr>
          <a:xfrm>
            <a:off x="1" y="6537888"/>
            <a:ext cx="17762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rgbClr val="5E5A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</a:t>
            </a:r>
            <a:endParaRPr lang="zh-CN" altLang="en-US" sz="1000" dirty="0">
              <a:solidFill>
                <a:srgbClr val="5E5A5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37934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5106390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0" y="0"/>
            <a:ext cx="12192000" cy="5106390"/>
          </a:xfrm>
          <a:prstGeom prst="rect">
            <a:avLst/>
          </a:prstGeom>
          <a:solidFill>
            <a:srgbClr val="1F528E">
              <a:alpha val="8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6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</a:t>
            </a:r>
            <a:endParaRPr lang="zh-CN" altLang="en-US" sz="9600" dirty="0"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742FB50-8C8E-4454-8485-4FAFDF0A592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0857" y="5276192"/>
            <a:ext cx="1228759" cy="1228759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056E1FF3-1EAD-4318-AE05-4C31AC9A48A4}"/>
              </a:ext>
            </a:extLst>
          </p:cNvPr>
          <p:cNvSpPr txBox="1"/>
          <p:nvPr userDrawn="1"/>
        </p:nvSpPr>
        <p:spPr>
          <a:xfrm>
            <a:off x="4951839" y="5422167"/>
            <a:ext cx="42545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b="1" dirty="0">
                <a:solidFill>
                  <a:srgbClr val="222222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P/</a:t>
            </a:r>
            <a:r>
              <a:rPr lang="zh-CN" altLang="en-US" b="1" dirty="0">
                <a:solidFill>
                  <a:srgbClr val="222222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b="1" i="0" dirty="0">
                <a:solidFill>
                  <a:srgbClr val="1F528E"/>
                </a:solidFill>
                <a:effectLst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020-31800171</a:t>
            </a:r>
          </a:p>
          <a:p>
            <a:pPr algn="just">
              <a:lnSpc>
                <a:spcPct val="150000"/>
              </a:lnSpc>
            </a:pPr>
            <a:r>
              <a:rPr lang="en-US" altLang="zh-CN" b="1" i="0" dirty="0">
                <a:solidFill>
                  <a:srgbClr val="222222"/>
                </a:solidFill>
                <a:effectLst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M/ </a:t>
            </a:r>
            <a:r>
              <a:rPr lang="en-US" altLang="zh-CN" b="1" dirty="0">
                <a:solidFill>
                  <a:srgbClr val="1F528E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BD@cantonbio.com</a:t>
            </a:r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4787"/>
          <a:stretch/>
        </p:blipFill>
        <p:spPr>
          <a:xfrm>
            <a:off x="2566110" y="2322786"/>
            <a:ext cx="7059780" cy="2568324"/>
          </a:xfrm>
          <a:prstGeom prst="rect">
            <a:avLst/>
          </a:prstGeom>
        </p:spPr>
      </p:pic>
      <p:sp>
        <p:nvSpPr>
          <p:cNvPr id="11" name="文本框 10"/>
          <p:cNvSpPr txBox="1"/>
          <p:nvPr userDrawn="1"/>
        </p:nvSpPr>
        <p:spPr>
          <a:xfrm>
            <a:off x="4385284" y="952753"/>
            <a:ext cx="3421432" cy="761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生物技术赋能未来</a:t>
            </a:r>
            <a:endParaRPr lang="en-US" altLang="zh-CN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dist">
              <a:lnSpc>
                <a:spcPct val="150000"/>
              </a:lnSpc>
            </a:pPr>
            <a:r>
              <a:rPr lang="en-US" altLang="zh-CN" sz="1100" b="0" dirty="0">
                <a:solidFill>
                  <a:schemeClr val="bg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EMPOWER FUTURE WITH BIOTECHNOLOGY</a:t>
            </a:r>
            <a:endParaRPr lang="zh-CN" altLang="en-US" sz="1100" b="0" dirty="0">
              <a:solidFill>
                <a:schemeClr val="bg1"/>
              </a:solidFill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8021443" y="6550223"/>
            <a:ext cx="4482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bg2">
                    <a:lumMod val="50000"/>
                  </a:schemeClr>
                </a:solidFill>
              </a:rPr>
              <a:t>CANTONBIO CO.  LTD.  </a:t>
            </a:r>
            <a:r>
              <a:rPr lang="zh-CN" altLang="en-US" sz="1400" dirty="0">
                <a:solidFill>
                  <a:schemeClr val="bg2">
                    <a:lumMod val="50000"/>
                  </a:schemeClr>
                </a:solidFill>
              </a:rPr>
              <a:t>广州汉腾生物科技有限公司</a:t>
            </a: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1430" y="5276192"/>
            <a:ext cx="1228759" cy="1228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804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55287B-59F6-45DC-B8A2-61E743E3A787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362705-683C-475F-BF4D-B747E7E49F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311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6" r:id="rId5"/>
    <p:sldLayoutId id="2147483657" r:id="rId6"/>
    <p:sldLayoutId id="2147483658" r:id="rId7"/>
    <p:sldLayoutId id="2147483659" r:id="rId8"/>
    <p:sldLayoutId id="2147483654" r:id="rId9"/>
    <p:sldLayoutId id="2147483661" r:id="rId10"/>
    <p:sldLayoutId id="214748366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900" dirty="0"/>
              <a:t>撰写体例要求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3895218"/>
              </p:ext>
            </p:extLst>
          </p:nvPr>
        </p:nvGraphicFramePr>
        <p:xfrm>
          <a:off x="821011" y="1243874"/>
          <a:ext cx="10656000" cy="490806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735352">
                  <a:extLst>
                    <a:ext uri="{9D8B030D-6E8A-4147-A177-3AD203B41FA5}">
                      <a16:colId xmlns:a16="http://schemas.microsoft.com/office/drawing/2014/main" val="2383329423"/>
                    </a:ext>
                  </a:extLst>
                </a:gridCol>
                <a:gridCol w="4174248">
                  <a:extLst>
                    <a:ext uri="{9D8B030D-6E8A-4147-A177-3AD203B41FA5}">
                      <a16:colId xmlns:a16="http://schemas.microsoft.com/office/drawing/2014/main" val="4235102483"/>
                    </a:ext>
                  </a:extLst>
                </a:gridCol>
                <a:gridCol w="4746400">
                  <a:extLst>
                    <a:ext uri="{9D8B030D-6E8A-4147-A177-3AD203B41FA5}">
                      <a16:colId xmlns:a16="http://schemas.microsoft.com/office/drawing/2014/main" val="578301618"/>
                    </a:ext>
                  </a:extLst>
                </a:gridCol>
              </a:tblGrid>
              <a:tr h="459930"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sz="1400" b="1" u="none" strike="noStrike" dirty="0">
                          <a:effectLst/>
                        </a:rPr>
                        <a:t>项目</a:t>
                      </a:r>
                      <a:endParaRPr lang="zh-CN" alt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3032" marR="3032" marT="30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sz="1400" b="1" u="none" strike="noStrike" dirty="0">
                          <a:effectLst/>
                        </a:rPr>
                        <a:t>要求</a:t>
                      </a:r>
                      <a:endParaRPr lang="zh-CN" alt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3032" marR="3032" marT="30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sz="1400" b="1" u="none" strike="noStrike" dirty="0">
                          <a:effectLst/>
                        </a:rPr>
                        <a:t>备注</a:t>
                      </a:r>
                      <a:endParaRPr lang="zh-CN" alt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3032" marR="3032" marT="30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9451594"/>
                  </a:ext>
                </a:extLst>
              </a:tr>
              <a:tr h="764082"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sz="1400" b="1" u="none" strike="noStrike" dirty="0">
                          <a:effectLst/>
                        </a:rPr>
                        <a:t>字体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3032" marR="3032" marT="30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fr-FR" sz="1400" u="none" strike="noStrike" dirty="0">
                          <a:effectLst/>
                        </a:rPr>
                        <a:t>中文：宋体；英文：Times New Roman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3032" marR="3032" marT="30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zh-CN" altLang="en-US" sz="1400" u="none" strike="noStrike" dirty="0">
                          <a:effectLst/>
                        </a:rPr>
                        <a:t>已统一设置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3032" marR="3032" marT="30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9008661"/>
                  </a:ext>
                </a:extLst>
              </a:tr>
              <a:tr h="764082"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sz="1400" b="1" u="none" strike="noStrike" dirty="0">
                          <a:effectLst/>
                        </a:rPr>
                        <a:t>正文标题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3032" marR="3032" marT="30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小四（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12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号），加粗；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1.5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倍行距，段前段后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0.5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行（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6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磅）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032" marR="3032" marT="30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zh-CN" altLang="en-US" sz="1400" u="none" strike="noStrike" dirty="0">
                          <a:effectLst/>
                        </a:rPr>
                        <a:t>在样式库中选择对应</a:t>
                      </a:r>
                      <a:r>
                        <a:rPr lang="zh-CN" altLang="en-US" sz="14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级别标题样式</a:t>
                      </a:r>
                      <a:endParaRPr lang="en-US" altLang="zh-CN" sz="1400" u="none" strike="noStrike" dirty="0">
                        <a:solidFill>
                          <a:srgbClr val="FF0000"/>
                        </a:solidFill>
                        <a:effectLst/>
                      </a:endParaRPr>
                    </a:p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altLang="zh-CN" sz="1400" u="none" strike="noStrike" dirty="0">
                          <a:effectLst/>
                        </a:rPr>
                        <a:t>S/P</a:t>
                      </a:r>
                      <a:r>
                        <a:rPr lang="zh-CN" altLang="en-US" sz="1400" u="none" strike="noStrike" dirty="0">
                          <a:effectLst/>
                        </a:rPr>
                        <a:t>后面有几个数字就是几级标题，如</a:t>
                      </a:r>
                      <a:r>
                        <a:rPr lang="en-US" altLang="zh-CN" sz="1400" u="none" strike="noStrike" dirty="0">
                          <a:effectLst/>
                        </a:rPr>
                        <a:t>3.2.S.3.2</a:t>
                      </a:r>
                      <a:r>
                        <a:rPr lang="zh-CN" altLang="en-US" sz="1400" u="none" strike="noStrike" dirty="0">
                          <a:effectLst/>
                        </a:rPr>
                        <a:t>就是</a:t>
                      </a:r>
                      <a:r>
                        <a:rPr lang="en-US" altLang="zh-CN" sz="1400" u="none" strike="noStrike" dirty="0">
                          <a:effectLst/>
                        </a:rPr>
                        <a:t>2</a:t>
                      </a:r>
                      <a:r>
                        <a:rPr lang="zh-CN" altLang="en-US" sz="1400" u="none" strike="noStrike" dirty="0">
                          <a:effectLst/>
                        </a:rPr>
                        <a:t>级标题</a:t>
                      </a:r>
                      <a:endParaRPr lang="en-US" altLang="zh-CN" sz="1400" u="none" strike="noStrike" dirty="0">
                        <a:effectLst/>
                      </a:endParaRPr>
                    </a:p>
                  </a:txBody>
                  <a:tcPr marL="3032" marR="3032" marT="30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9726295"/>
                  </a:ext>
                </a:extLst>
              </a:tr>
              <a:tr h="507144"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sz="1400" b="1" u="none" strike="noStrike" dirty="0">
                          <a:effectLst/>
                        </a:rPr>
                        <a:t>正文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3032" marR="3032" marT="30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小四（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12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号），</a:t>
                      </a:r>
                      <a:r>
                        <a:rPr lang="en-US" altLang="zh-CN" sz="14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1.5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倍行距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032" marR="3032" marT="30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zh-CN" altLang="en-US" sz="1400" u="none" strike="noStrike" dirty="0">
                          <a:effectLst/>
                        </a:rPr>
                        <a:t>在样式库中选择“</a:t>
                      </a:r>
                      <a:r>
                        <a:rPr lang="en-US" altLang="zh-CN" sz="14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RA-</a:t>
                      </a:r>
                      <a:r>
                        <a:rPr lang="zh-CN" altLang="en-US" sz="14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正文</a:t>
                      </a:r>
                      <a:r>
                        <a:rPr lang="zh-CN" altLang="en-US" sz="1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”样式，快捷键：</a:t>
                      </a:r>
                      <a:r>
                        <a:rPr lang="en-US" altLang="zh-CN" sz="14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Alt+Z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3032" marR="3032" marT="30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193780"/>
                  </a:ext>
                </a:extLst>
              </a:tr>
              <a:tr h="612415"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sz="1400" b="1" u="none" strike="noStrike" dirty="0">
                          <a:effectLst/>
                        </a:rPr>
                        <a:t>页面布局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3032" marR="3032" marT="30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sz="1400" u="none" strike="noStrike" dirty="0">
                          <a:effectLst/>
                        </a:rPr>
                        <a:t>A4</a:t>
                      </a:r>
                      <a:r>
                        <a:rPr lang="zh-CN" altLang="en-US" sz="1400" u="none" strike="noStrike" dirty="0">
                          <a:effectLst/>
                        </a:rPr>
                        <a:t>大小，上下左右页边距</a:t>
                      </a:r>
                      <a:r>
                        <a:rPr lang="en-US" altLang="zh-CN" sz="1400" u="none" strike="noStrike" dirty="0">
                          <a:effectLst/>
                        </a:rPr>
                        <a:t>2.54</a:t>
                      </a:r>
                      <a:r>
                        <a:rPr lang="en-US" sz="1400" u="none" strike="noStrike" dirty="0">
                          <a:effectLst/>
                        </a:rPr>
                        <a:t>cm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3032" marR="3032" marT="30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zh-CN" altLang="en-US" sz="1400" u="none" strike="noStrike" dirty="0">
                          <a:effectLst/>
                        </a:rPr>
                        <a:t>已统一设置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3032" marR="3032" marT="30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0609509"/>
                  </a:ext>
                </a:extLst>
              </a:tr>
              <a:tr h="612415"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标点符号</a:t>
                      </a:r>
                    </a:p>
                  </a:txBody>
                  <a:tcPr marL="3032" marR="3032" marT="30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均使用中文标点符号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3032" marR="3032" marT="30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N/A</a:t>
                      </a:r>
                    </a:p>
                  </a:txBody>
                  <a:tcPr marL="3032" marR="3032" marT="30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584221"/>
                  </a:ext>
                </a:extLst>
              </a:tr>
              <a:tr h="1188000"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特殊符号</a:t>
                      </a:r>
                    </a:p>
                  </a:txBody>
                  <a:tcPr marL="3032" marR="3032" marT="30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30000"/>
                        </a:lnSpc>
                      </a:pP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摄氏度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°C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：先中文输入法输入“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du”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，选择“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°”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，后面输入大写字母“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C”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，连成“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°C”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后，修改该单位为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Times New Roman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字体，“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°C”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。不可直接输入中文输入法自带的摄氏度标识（℃）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3032" marR="3032" marT="30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3032" marR="3032" marT="30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81748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8876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900" dirty="0"/>
              <a:t>撰写体例要求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1719998"/>
              </p:ext>
            </p:extLst>
          </p:nvPr>
        </p:nvGraphicFramePr>
        <p:xfrm>
          <a:off x="360452" y="1142501"/>
          <a:ext cx="11169301" cy="5399484"/>
        </p:xfrm>
        <a:graphic>
          <a:graphicData uri="http://schemas.openxmlformats.org/drawingml/2006/table">
            <a:tbl>
              <a:tblPr/>
              <a:tblGrid>
                <a:gridCol w="1572637">
                  <a:extLst>
                    <a:ext uri="{9D8B030D-6E8A-4147-A177-3AD203B41FA5}">
                      <a16:colId xmlns:a16="http://schemas.microsoft.com/office/drawing/2014/main" val="2570610450"/>
                    </a:ext>
                  </a:extLst>
                </a:gridCol>
                <a:gridCol w="5889187">
                  <a:extLst>
                    <a:ext uri="{9D8B030D-6E8A-4147-A177-3AD203B41FA5}">
                      <a16:colId xmlns:a16="http://schemas.microsoft.com/office/drawing/2014/main" val="3590341942"/>
                    </a:ext>
                  </a:extLst>
                </a:gridCol>
                <a:gridCol w="3707477">
                  <a:extLst>
                    <a:ext uri="{9D8B030D-6E8A-4147-A177-3AD203B41FA5}">
                      <a16:colId xmlns:a16="http://schemas.microsoft.com/office/drawing/2014/main" val="2151065677"/>
                    </a:ext>
                  </a:extLst>
                </a:gridCol>
              </a:tblGrid>
              <a:tr h="346381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zh-CN" sz="1400" b="1" kern="100" dirty="0"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项目</a:t>
                      </a:r>
                      <a:endParaRPr lang="zh-CN" sz="1400" kern="100" dirty="0"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zh-CN" sz="1400" b="1" kern="100" dirty="0"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要求</a:t>
                      </a:r>
                      <a:endParaRPr lang="zh-CN" sz="1400" kern="100" dirty="0"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zh-CN" sz="1400" b="1" kern="100" dirty="0"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备注</a:t>
                      </a:r>
                      <a:endParaRPr lang="zh-CN" sz="1400" kern="100" dirty="0"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7278048"/>
                  </a:ext>
                </a:extLst>
              </a:tr>
              <a:tr h="1465758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zh-CN" sz="1400" b="1" kern="100" dirty="0"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表格标题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五号</a:t>
                      </a:r>
                      <a:r>
                        <a:rPr lang="zh-CN" altLang="en-US" sz="1400" kern="100" dirty="0"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altLang="zh-CN" sz="1400" kern="100" dirty="0"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10.5</a:t>
                      </a:r>
                      <a:r>
                        <a:rPr lang="zh-CN" altLang="en-US" sz="1400" kern="100" dirty="0"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号）</a:t>
                      </a:r>
                      <a:r>
                        <a:rPr lang="zh-CN" sz="1400" kern="100" dirty="0"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，加粗，单倍行距，居中；</a:t>
                      </a:r>
                      <a:endParaRPr lang="en-US" altLang="zh-CN" sz="1400" kern="100" dirty="0"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400" kern="100" dirty="0"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国外申报：每个单词首字母大写，其余字母除非必要不大写；</a:t>
                      </a:r>
                      <a:endParaRPr lang="en-US" altLang="zh-CN" sz="1400" kern="100" dirty="0"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400" kern="100" dirty="0"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段落大纲：正文文本</a:t>
                      </a:r>
                      <a:endParaRPr lang="zh-CN" sz="1400" kern="100" dirty="0"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标题在表格上面</a:t>
                      </a:r>
                      <a:r>
                        <a:rPr lang="zh-CN" sz="1400" kern="100" dirty="0"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；</a:t>
                      </a:r>
                      <a:r>
                        <a:rPr lang="zh-CN" altLang="en-US" sz="1400" kern="100" dirty="0"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段前</a:t>
                      </a:r>
                      <a:r>
                        <a:rPr lang="en-US" altLang="zh-CN" sz="1400" kern="100" dirty="0"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0.5</a:t>
                      </a:r>
                      <a:r>
                        <a:rPr lang="zh-CN" altLang="en-US" sz="1400" kern="100" dirty="0"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行</a:t>
                      </a:r>
                      <a:endParaRPr lang="zh-CN" sz="1400" kern="100" dirty="0"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在样式库中选择“</a:t>
                      </a:r>
                      <a:r>
                        <a:rPr lang="en-US" altLang="zh-CN" sz="1400" kern="1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RA-</a:t>
                      </a:r>
                      <a:r>
                        <a:rPr lang="zh-CN" altLang="en-US" sz="1400" kern="1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表格编号</a:t>
                      </a:r>
                      <a:r>
                        <a:rPr lang="zh-CN" sz="1400" kern="100" dirty="0"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”即可</a:t>
                      </a:r>
                      <a:r>
                        <a:rPr lang="zh-CN" altLang="en-US" sz="1400" kern="100" dirty="0"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lang="zh-CN" altLang="en-US" sz="1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快捷键：</a:t>
                      </a:r>
                      <a:r>
                        <a:rPr lang="en-US" altLang="zh-CN" sz="14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Alt+Q</a:t>
                      </a:r>
                      <a:endParaRPr lang="zh-CN" sz="1400" kern="100" dirty="0"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4169786"/>
                  </a:ext>
                </a:extLst>
              </a:tr>
              <a:tr h="1190462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zh-CN" sz="1400" b="1" kern="100" dirty="0"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表格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五号</a:t>
                      </a:r>
                      <a:r>
                        <a:rPr lang="zh-CN" altLang="en-US" sz="1400" kern="100" dirty="0"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altLang="zh-CN" sz="1400" kern="100" dirty="0"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10.5</a:t>
                      </a:r>
                      <a:r>
                        <a:rPr lang="zh-CN" altLang="en-US" sz="1400" kern="100" dirty="0"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号）（可根据实际情况略微调小，但不得小于</a:t>
                      </a:r>
                      <a:r>
                        <a:rPr lang="en-US" altLang="zh-CN" sz="1400" kern="100" dirty="0"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zh-CN" altLang="en-US" sz="1400" kern="100" dirty="0"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）</a:t>
                      </a:r>
                      <a:r>
                        <a:rPr lang="zh-CN" sz="1400" kern="100" dirty="0"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，单倍行距，表头加粗；</a:t>
                      </a:r>
                    </a:p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行高</a:t>
                      </a:r>
                      <a:r>
                        <a:rPr lang="en-US" sz="1400" kern="100" dirty="0"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0.6cm</a:t>
                      </a:r>
                      <a:r>
                        <a:rPr lang="zh-CN" sz="1400" kern="100" dirty="0"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，行宽根据窗口自动调整表格；</a:t>
                      </a:r>
                    </a:p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表格居中，如表格过宽可将页面设置为横向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4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已设置新插入表格的底纹；</a:t>
                      </a:r>
                      <a:endParaRPr lang="en-US" altLang="zh-CN" sz="14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4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在样式库中选择“</a:t>
                      </a:r>
                      <a:r>
                        <a:rPr lang="en-US" altLang="zh-CN" sz="1400" kern="1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RA-</a:t>
                      </a:r>
                      <a:r>
                        <a:rPr lang="zh-CN" altLang="en-US" sz="1400" kern="1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表格字体</a:t>
                      </a:r>
                      <a:r>
                        <a:rPr lang="zh-CN" altLang="en-US" sz="14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”即可设置相应的字体</a:t>
                      </a:r>
                      <a:endParaRPr lang="en-US" altLang="zh-CN" sz="14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快捷键：</a:t>
                      </a:r>
                      <a:r>
                        <a:rPr lang="en-US" altLang="zh-CN" sz="14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Alt+W</a:t>
                      </a:r>
                      <a:endParaRPr lang="en-US" altLang="zh-CN" sz="14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4576964"/>
                  </a:ext>
                </a:extLst>
              </a:tr>
              <a:tr h="1465758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zh-CN" sz="1400" b="1" kern="100" dirty="0"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图标题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zh-CN" altLang="zh-CN" sz="1400" kern="100" dirty="0"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五号</a:t>
                      </a:r>
                      <a:r>
                        <a:rPr lang="zh-CN" altLang="en-US" sz="1400" kern="100" dirty="0"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altLang="zh-CN" sz="1400" kern="100" dirty="0"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10.5</a:t>
                      </a:r>
                      <a:r>
                        <a:rPr lang="zh-CN" altLang="en-US" sz="1400" kern="100" dirty="0"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号）</a:t>
                      </a:r>
                      <a:r>
                        <a:rPr lang="zh-CN" altLang="zh-CN" sz="1400" kern="100" dirty="0"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，加粗，单倍行距，居中；</a:t>
                      </a:r>
                      <a:endParaRPr lang="en-US" altLang="zh-CN" sz="1400" kern="100" dirty="0"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400" kern="100" dirty="0"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国外申报：每个单词首字母首字母大写，其余字母除非必要不大写；</a:t>
                      </a:r>
                      <a:endParaRPr lang="en-US" altLang="zh-CN" sz="1400" kern="100" dirty="0"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400" kern="100" dirty="0"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段落大纲：正文文本</a:t>
                      </a:r>
                      <a:endParaRPr lang="zh-CN" altLang="zh-CN" sz="1400" kern="100" dirty="0"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zh-CN" altLang="zh-CN" sz="1400" kern="1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标题在</a:t>
                      </a:r>
                      <a:r>
                        <a:rPr lang="zh-CN" altLang="en-US" sz="1400" kern="1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图下</a:t>
                      </a:r>
                      <a:r>
                        <a:rPr lang="zh-CN" altLang="zh-CN" sz="1400" kern="1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面</a:t>
                      </a:r>
                      <a:r>
                        <a:rPr lang="zh-CN" altLang="zh-CN" sz="1400" kern="100" dirty="0"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；</a:t>
                      </a:r>
                      <a:r>
                        <a:rPr lang="zh-CN" altLang="en-US" sz="1400" kern="100" dirty="0"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段后</a:t>
                      </a:r>
                      <a:r>
                        <a:rPr lang="en-US" altLang="zh-CN" sz="1400" kern="100" dirty="0"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0.5</a:t>
                      </a:r>
                      <a:r>
                        <a:rPr lang="zh-CN" altLang="en-US" sz="1400" kern="100" dirty="0"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行（若有题注时需删除段后</a:t>
                      </a:r>
                      <a:r>
                        <a:rPr lang="en-US" altLang="zh-CN" sz="1400" kern="100" dirty="0"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0.5</a:t>
                      </a:r>
                      <a:r>
                        <a:rPr lang="zh-CN" altLang="en-US" sz="1400" kern="100" dirty="0"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行）</a:t>
                      </a:r>
                      <a:endParaRPr lang="zh-CN" altLang="zh-CN" sz="1400" kern="100" dirty="0"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在样式库中选择“</a:t>
                      </a:r>
                      <a:r>
                        <a:rPr lang="en-US" altLang="zh-CN" sz="1400" kern="1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RA-</a:t>
                      </a:r>
                      <a:r>
                        <a:rPr lang="zh-CN" altLang="en-US" sz="1400" kern="1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图编号</a:t>
                      </a:r>
                      <a:r>
                        <a:rPr lang="zh-CN" sz="1400" kern="100" dirty="0"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”即可</a:t>
                      </a:r>
                      <a:r>
                        <a:rPr lang="zh-CN" altLang="en-US" sz="1400" kern="100" dirty="0"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lang="zh-CN" altLang="en-US" sz="1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快捷键：</a:t>
                      </a:r>
                      <a:r>
                        <a:rPr lang="en-US" altLang="zh-CN" sz="14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Alt+I</a:t>
                      </a:r>
                      <a:endParaRPr lang="zh-CN" sz="1400" kern="100" dirty="0"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9761512"/>
                  </a:ext>
                </a:extLst>
              </a:tr>
              <a:tr h="564583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400" b="1" kern="100" dirty="0"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图片</a:t>
                      </a:r>
                      <a:endParaRPr lang="zh-CN" sz="1400" b="1" kern="100" dirty="0"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400" kern="100" dirty="0"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居中，单倍行距，与下段同页</a:t>
                      </a:r>
                      <a:endParaRPr lang="zh-CN" sz="1400" kern="100" dirty="0"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1400" kern="100" dirty="0"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在样式库中选择“</a:t>
                      </a:r>
                      <a:r>
                        <a:rPr lang="en-US" altLang="zh-CN" sz="1400" kern="1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RA-</a:t>
                      </a:r>
                      <a:r>
                        <a:rPr lang="zh-CN" altLang="zh-CN" sz="1400" kern="1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图</a:t>
                      </a:r>
                      <a:r>
                        <a:rPr lang="zh-CN" altLang="en-US" sz="1400" kern="1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正文</a:t>
                      </a:r>
                      <a:r>
                        <a:rPr lang="zh-CN" altLang="zh-CN" sz="1400" kern="100" dirty="0"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”即可</a:t>
                      </a:r>
                      <a:r>
                        <a:rPr lang="zh-CN" altLang="en-US" sz="1400" kern="100" dirty="0"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lang="zh-CN" altLang="en-US" sz="1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快捷键：</a:t>
                      </a:r>
                      <a:r>
                        <a:rPr lang="en-US" altLang="zh-CN" sz="14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Alt+O</a:t>
                      </a:r>
                      <a:endParaRPr lang="zh-CN" altLang="zh-CN" sz="1400" kern="100" dirty="0"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8369724"/>
                  </a:ext>
                </a:extLst>
              </a:tr>
              <a:tr h="366542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400" b="1" kern="100" dirty="0"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目录</a:t>
                      </a:r>
                      <a:endParaRPr lang="zh-CN" sz="1400" b="1" kern="100" dirty="0"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u="none" strike="noStrike" dirty="0">
                          <a:effectLst/>
                        </a:rPr>
                        <a:t>小四，</a:t>
                      </a:r>
                      <a:r>
                        <a:rPr lang="en-US" altLang="zh-CN" sz="1400" u="none" strike="noStrike" dirty="0">
                          <a:effectLst/>
                        </a:rPr>
                        <a:t>1.5</a:t>
                      </a:r>
                      <a:r>
                        <a:rPr lang="zh-CN" altLang="en-US" sz="1400" u="none" strike="noStrike" dirty="0">
                          <a:effectLst/>
                        </a:rPr>
                        <a:t>倍行距，蓝色（</a:t>
                      </a:r>
                      <a:r>
                        <a:rPr lang="en-US" altLang="zh-CN" sz="1400" u="none" strike="noStrike" dirty="0">
                          <a:effectLst/>
                        </a:rPr>
                        <a:t>0,0,255)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kern="100" dirty="0"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zh-CN" altLang="en-US" sz="1400" kern="100" dirty="0"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页及以上的文档需要添加目录</a:t>
                      </a:r>
                      <a:endParaRPr lang="zh-CN" sz="1400" kern="100" dirty="0"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22643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5762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AAD69E9-B793-D485-C655-9656FDB5F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正文标题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39658CBD-6E72-23F8-FA7F-0F6EFF8A80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9030962"/>
              </p:ext>
            </p:extLst>
          </p:nvPr>
        </p:nvGraphicFramePr>
        <p:xfrm>
          <a:off x="217218" y="1215043"/>
          <a:ext cx="7329130" cy="320494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45537">
                  <a:extLst>
                    <a:ext uri="{9D8B030D-6E8A-4147-A177-3AD203B41FA5}">
                      <a16:colId xmlns:a16="http://schemas.microsoft.com/office/drawing/2014/main" val="4190557975"/>
                    </a:ext>
                  </a:extLst>
                </a:gridCol>
                <a:gridCol w="1032226">
                  <a:extLst>
                    <a:ext uri="{9D8B030D-6E8A-4147-A177-3AD203B41FA5}">
                      <a16:colId xmlns:a16="http://schemas.microsoft.com/office/drawing/2014/main" val="3059570586"/>
                    </a:ext>
                  </a:extLst>
                </a:gridCol>
                <a:gridCol w="1032226">
                  <a:extLst>
                    <a:ext uri="{9D8B030D-6E8A-4147-A177-3AD203B41FA5}">
                      <a16:colId xmlns:a16="http://schemas.microsoft.com/office/drawing/2014/main" val="3709477259"/>
                    </a:ext>
                  </a:extLst>
                </a:gridCol>
                <a:gridCol w="1031417">
                  <a:extLst>
                    <a:ext uri="{9D8B030D-6E8A-4147-A177-3AD203B41FA5}">
                      <a16:colId xmlns:a16="http://schemas.microsoft.com/office/drawing/2014/main" val="163413666"/>
                    </a:ext>
                  </a:extLst>
                </a:gridCol>
                <a:gridCol w="1032226">
                  <a:extLst>
                    <a:ext uri="{9D8B030D-6E8A-4147-A177-3AD203B41FA5}">
                      <a16:colId xmlns:a16="http://schemas.microsoft.com/office/drawing/2014/main" val="819960281"/>
                    </a:ext>
                  </a:extLst>
                </a:gridCol>
                <a:gridCol w="1255498">
                  <a:extLst>
                    <a:ext uri="{9D8B030D-6E8A-4147-A177-3AD203B41FA5}">
                      <a16:colId xmlns:a16="http://schemas.microsoft.com/office/drawing/2014/main" val="2579095517"/>
                    </a:ext>
                  </a:extLst>
                </a:gridCol>
              </a:tblGrid>
              <a:tr h="245808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zh-CN" sz="1100" kern="100" dirty="0">
                          <a:effectLst/>
                        </a:rPr>
                        <a:t>参数</a:t>
                      </a:r>
                      <a:endParaRPr lang="zh-CN" sz="1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zh-CN" sz="1100" kern="100">
                          <a:effectLst/>
                        </a:rPr>
                        <a:t>一级标题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zh-CN" sz="1100" kern="100">
                          <a:effectLst/>
                        </a:rPr>
                        <a:t>二级标题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zh-CN" sz="1100" kern="100">
                          <a:effectLst/>
                        </a:rPr>
                        <a:t>三级标题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zh-CN" sz="1100" kern="100">
                          <a:effectLst/>
                        </a:rPr>
                        <a:t>四级标题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zh-CN" sz="1100" kern="100" dirty="0">
                          <a:effectLst/>
                        </a:rPr>
                        <a:t>五</a:t>
                      </a:r>
                      <a:r>
                        <a:rPr lang="en-US" sz="1100" kern="100" dirty="0">
                          <a:effectLst/>
                        </a:rPr>
                        <a:t>/</a:t>
                      </a:r>
                      <a:r>
                        <a:rPr lang="zh-CN" sz="1100" kern="100" dirty="0">
                          <a:effectLst/>
                        </a:rPr>
                        <a:t>六</a:t>
                      </a:r>
                      <a:r>
                        <a:rPr lang="en-US" altLang="zh-CN" sz="1100" kern="100" dirty="0">
                          <a:effectLst/>
                        </a:rPr>
                        <a:t>/</a:t>
                      </a:r>
                      <a:r>
                        <a:rPr lang="zh-CN" altLang="en-US" sz="1100" kern="100" dirty="0">
                          <a:effectLst/>
                        </a:rPr>
                        <a:t>七</a:t>
                      </a:r>
                      <a:r>
                        <a:rPr lang="zh-CN" sz="1100" kern="100" dirty="0">
                          <a:effectLst/>
                        </a:rPr>
                        <a:t>级标题</a:t>
                      </a:r>
                      <a:endParaRPr lang="zh-CN" sz="1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5509484"/>
                  </a:ext>
                </a:extLst>
              </a:tr>
              <a:tr h="955515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zh-CN" sz="1100" kern="100" dirty="0">
                          <a:effectLst/>
                        </a:rPr>
                        <a:t>字体（黑色，加粗）</a:t>
                      </a:r>
                      <a:endParaRPr lang="zh-CN" sz="1400" kern="100" dirty="0">
                        <a:effectLst/>
                      </a:endParaRPr>
                    </a:p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zh-CN" sz="1100" kern="100" dirty="0">
                          <a:effectLst/>
                        </a:rPr>
                        <a:t>中文宋体，英文</a:t>
                      </a:r>
                      <a:r>
                        <a:rPr lang="en-US" sz="1100" kern="100" dirty="0">
                          <a:effectLst/>
                        </a:rPr>
                        <a:t>Times New Roman</a:t>
                      </a:r>
                      <a:endParaRPr lang="zh-CN" sz="1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1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微软雅黑"/>
                          <a:cs typeface="+mn-cs"/>
                        </a:rPr>
                        <a:t>12</a:t>
                      </a:r>
                      <a:r>
                        <a:rPr kumimoji="0" lang="zh-CN" altLang="zh-CN" sz="11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微软雅黑"/>
                          <a:cs typeface="+mn-cs"/>
                        </a:rPr>
                        <a:t>（小四）</a:t>
                      </a:r>
                      <a:endParaRPr kumimoji="0" lang="zh-CN" altLang="zh-CN" sz="14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/>
                        <a:ea typeface="微软雅黑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zh-CN" sz="11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微软雅黑"/>
                          <a:cs typeface="+mn-cs"/>
                        </a:rPr>
                        <a:t>每个单词首字母大写</a:t>
                      </a:r>
                      <a:endParaRPr kumimoji="0" lang="zh-CN" altLang="zh-CN" sz="14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1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微软雅黑"/>
                          <a:cs typeface="+mn-cs"/>
                        </a:rPr>
                        <a:t>12</a:t>
                      </a:r>
                      <a:r>
                        <a:rPr kumimoji="0" lang="zh-CN" altLang="zh-CN" sz="11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微软雅黑"/>
                          <a:cs typeface="+mn-cs"/>
                        </a:rPr>
                        <a:t>（小四）</a:t>
                      </a:r>
                      <a:endParaRPr kumimoji="0" lang="zh-CN" altLang="zh-CN" sz="14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/>
                        <a:ea typeface="微软雅黑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zh-CN" sz="11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微软雅黑"/>
                          <a:cs typeface="+mn-cs"/>
                        </a:rPr>
                        <a:t>每个单词首字母大写</a:t>
                      </a:r>
                      <a:endParaRPr kumimoji="0" lang="zh-CN" altLang="zh-CN" sz="14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100" b="0" i="0" u="none" strike="noStrike" kern="1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微软雅黑"/>
                          <a:cs typeface="+mn-cs"/>
                        </a:rPr>
                        <a:t>12</a:t>
                      </a:r>
                      <a:r>
                        <a:rPr kumimoji="0" lang="zh-CN" altLang="zh-CN" sz="1100" b="0" i="0" u="none" strike="noStrike" kern="1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微软雅黑"/>
                          <a:cs typeface="+mn-cs"/>
                        </a:rPr>
                        <a:t>（小四）</a:t>
                      </a:r>
                      <a:endParaRPr kumimoji="0" lang="zh-CN" altLang="zh-CN" sz="1400" b="0" i="0" u="none" strike="noStrike" kern="1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/>
                        <a:ea typeface="微软雅黑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zh-CN" sz="1100" b="0" i="0" u="none" strike="noStrike" kern="1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微软雅黑"/>
                          <a:cs typeface="+mn-cs"/>
                        </a:rPr>
                        <a:t>每个单词首字母大写</a:t>
                      </a:r>
                      <a:endParaRPr kumimoji="0" lang="zh-CN" altLang="zh-CN" sz="14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1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微软雅黑"/>
                          <a:cs typeface="+mn-cs"/>
                        </a:rPr>
                        <a:t>12</a:t>
                      </a:r>
                      <a:r>
                        <a:rPr kumimoji="0" lang="zh-CN" altLang="zh-CN" sz="11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微软雅黑"/>
                          <a:cs typeface="+mn-cs"/>
                        </a:rPr>
                        <a:t>（小四）</a:t>
                      </a:r>
                      <a:endParaRPr kumimoji="0" lang="zh-CN" altLang="zh-CN" sz="14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/>
                        <a:ea typeface="微软雅黑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zh-CN" sz="11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微软雅黑"/>
                          <a:cs typeface="+mn-cs"/>
                        </a:rPr>
                        <a:t>每个单词首字母大写</a:t>
                      </a:r>
                      <a:endParaRPr kumimoji="0" lang="zh-CN" altLang="zh-CN" sz="14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kern="100" dirty="0">
                          <a:effectLst/>
                        </a:rPr>
                        <a:t>12</a:t>
                      </a:r>
                      <a:r>
                        <a:rPr lang="zh-CN" sz="1100" kern="100" dirty="0">
                          <a:effectLst/>
                        </a:rPr>
                        <a:t>（小四）</a:t>
                      </a:r>
                      <a:endParaRPr lang="zh-CN" sz="1400" kern="100" dirty="0">
                        <a:effectLst/>
                      </a:endParaRPr>
                    </a:p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zh-CN" sz="1100" kern="100" dirty="0">
                          <a:effectLst/>
                        </a:rPr>
                        <a:t>每个单词首字母大写</a:t>
                      </a:r>
                      <a:endParaRPr lang="zh-CN" sz="1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27044634"/>
                  </a:ext>
                </a:extLst>
              </a:tr>
              <a:tr h="282966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zh-CN" sz="1100" kern="100" dirty="0">
                          <a:effectLst/>
                        </a:rPr>
                        <a:t>制表位</a:t>
                      </a:r>
                      <a:endParaRPr lang="zh-CN" sz="1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zh-CN" sz="14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lang="zh-CN" sz="1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zh-CN" sz="14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lang="zh-CN" sz="1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zh-CN" sz="14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lang="zh-CN" sz="1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zh-CN" sz="14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lang="zh-CN" sz="1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zh-CN" sz="14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lang="zh-CN" sz="1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83931245"/>
                  </a:ext>
                </a:extLst>
              </a:tr>
              <a:tr h="245808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zh-CN" sz="1100" kern="100">
                          <a:effectLst/>
                        </a:rPr>
                        <a:t>对齐方式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1100" kern="100" dirty="0">
                          <a:effectLst/>
                        </a:rPr>
                        <a:t>两端对齐</a:t>
                      </a:r>
                      <a:endParaRPr lang="zh-CN" sz="1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0" i="0" u="none" strike="noStrike" kern="1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微软雅黑"/>
                          <a:cs typeface="+mn-cs"/>
                        </a:rPr>
                        <a:t>两端对齐</a:t>
                      </a:r>
                      <a:endParaRPr kumimoji="0" lang="zh-CN" altLang="zh-CN" sz="14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0" i="0" u="none" strike="noStrike" kern="1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微软雅黑"/>
                          <a:cs typeface="+mn-cs"/>
                        </a:rPr>
                        <a:t>两端对齐</a:t>
                      </a:r>
                      <a:endParaRPr kumimoji="0" lang="zh-CN" altLang="zh-CN" sz="14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0" i="0" u="none" strike="noStrike" kern="1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微软雅黑"/>
                          <a:cs typeface="+mn-cs"/>
                        </a:rPr>
                        <a:t>两端对齐</a:t>
                      </a:r>
                      <a:endParaRPr kumimoji="0" lang="zh-CN" altLang="zh-CN" sz="14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微软雅黑"/>
                          <a:cs typeface="+mn-cs"/>
                        </a:rPr>
                        <a:t>两端对齐</a:t>
                      </a:r>
                      <a:endParaRPr kumimoji="0" lang="zh-CN" altLang="zh-CN" sz="14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8690938"/>
                  </a:ext>
                </a:extLst>
              </a:tr>
              <a:tr h="245808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zh-CN" sz="1100" kern="100">
                          <a:effectLst/>
                        </a:rPr>
                        <a:t>大纲级别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kern="100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r>
                        <a:rPr lang="zh-CN" sz="1100" kern="100" dirty="0">
                          <a:solidFill>
                            <a:srgbClr val="FF0000"/>
                          </a:solidFill>
                          <a:effectLst/>
                        </a:rPr>
                        <a:t>级</a:t>
                      </a:r>
                      <a:endParaRPr lang="zh-CN" sz="1400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kern="100" dirty="0"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  <a:r>
                        <a:rPr lang="zh-CN" sz="1100" kern="100" dirty="0">
                          <a:solidFill>
                            <a:srgbClr val="FF0000"/>
                          </a:solidFill>
                          <a:effectLst/>
                        </a:rPr>
                        <a:t>级</a:t>
                      </a:r>
                      <a:endParaRPr lang="zh-CN" sz="1400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kern="100" dirty="0">
                          <a:solidFill>
                            <a:srgbClr val="FF0000"/>
                          </a:solidFill>
                          <a:effectLst/>
                        </a:rPr>
                        <a:t>3</a:t>
                      </a:r>
                      <a:r>
                        <a:rPr lang="zh-CN" sz="1100" kern="100" dirty="0">
                          <a:solidFill>
                            <a:srgbClr val="FF0000"/>
                          </a:solidFill>
                          <a:effectLst/>
                        </a:rPr>
                        <a:t>级</a:t>
                      </a:r>
                      <a:endParaRPr lang="zh-CN" sz="1400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kern="100" dirty="0">
                          <a:solidFill>
                            <a:srgbClr val="FF0000"/>
                          </a:solidFill>
                          <a:effectLst/>
                        </a:rPr>
                        <a:t>4</a:t>
                      </a:r>
                      <a:r>
                        <a:rPr lang="zh-CN" sz="1100" kern="100" dirty="0">
                          <a:solidFill>
                            <a:srgbClr val="FF0000"/>
                          </a:solidFill>
                          <a:effectLst/>
                        </a:rPr>
                        <a:t>级</a:t>
                      </a:r>
                      <a:endParaRPr lang="zh-CN" sz="1400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kern="100" dirty="0">
                          <a:solidFill>
                            <a:srgbClr val="FF0000"/>
                          </a:solidFill>
                          <a:effectLst/>
                        </a:rPr>
                        <a:t>5/6</a:t>
                      </a:r>
                      <a:r>
                        <a:rPr lang="en-US" altLang="zh-CN" sz="1100" kern="100" dirty="0">
                          <a:solidFill>
                            <a:srgbClr val="FF0000"/>
                          </a:solidFill>
                          <a:effectLst/>
                        </a:rPr>
                        <a:t>/7</a:t>
                      </a:r>
                      <a:r>
                        <a:rPr lang="zh-CN" sz="1100" kern="100" dirty="0">
                          <a:solidFill>
                            <a:srgbClr val="FF0000"/>
                          </a:solidFill>
                          <a:effectLst/>
                        </a:rPr>
                        <a:t>级</a:t>
                      </a:r>
                      <a:endParaRPr lang="zh-CN" sz="1400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16673306"/>
                  </a:ext>
                </a:extLst>
              </a:tr>
              <a:tr h="245808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zh-CN" sz="1100" kern="100">
                          <a:effectLst/>
                        </a:rPr>
                        <a:t>缩进（左右）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kern="100">
                          <a:effectLst/>
                        </a:rPr>
                        <a:t>0</a:t>
                      </a:r>
                      <a:r>
                        <a:rPr lang="zh-CN" sz="1100" kern="100">
                          <a:effectLst/>
                        </a:rPr>
                        <a:t>字符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kern="100" dirty="0">
                          <a:effectLst/>
                        </a:rPr>
                        <a:t>0</a:t>
                      </a:r>
                      <a:r>
                        <a:rPr lang="zh-CN" sz="1100" kern="100" dirty="0">
                          <a:effectLst/>
                        </a:rPr>
                        <a:t>字符</a:t>
                      </a:r>
                      <a:endParaRPr lang="zh-CN" sz="1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kern="100">
                          <a:effectLst/>
                        </a:rPr>
                        <a:t>0</a:t>
                      </a:r>
                      <a:r>
                        <a:rPr lang="zh-CN" sz="1100" kern="100">
                          <a:effectLst/>
                        </a:rPr>
                        <a:t>字符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kern="100">
                          <a:effectLst/>
                        </a:rPr>
                        <a:t>0</a:t>
                      </a:r>
                      <a:r>
                        <a:rPr lang="zh-CN" sz="1100" kern="100">
                          <a:effectLst/>
                        </a:rPr>
                        <a:t>字符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kern="100" dirty="0">
                          <a:effectLst/>
                        </a:rPr>
                        <a:t>0</a:t>
                      </a:r>
                      <a:r>
                        <a:rPr lang="zh-CN" sz="1100" kern="100" dirty="0">
                          <a:effectLst/>
                        </a:rPr>
                        <a:t>字符</a:t>
                      </a:r>
                      <a:endParaRPr lang="zh-CN" sz="1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80610206"/>
                  </a:ext>
                </a:extLst>
              </a:tr>
              <a:tr h="245808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zh-CN" sz="1100" kern="100">
                          <a:effectLst/>
                        </a:rPr>
                        <a:t>特殊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0" i="0" u="none" strike="noStrike" kern="1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微软雅黑"/>
                          <a:cs typeface="+mn-cs"/>
                        </a:rPr>
                        <a:t>无</a:t>
                      </a:r>
                      <a:endParaRPr kumimoji="0" lang="zh-CN" altLang="zh-CN" sz="14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0" i="0" u="none" strike="noStrike" kern="1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微软雅黑"/>
                          <a:cs typeface="+mn-cs"/>
                        </a:rPr>
                        <a:t>无</a:t>
                      </a:r>
                      <a:endParaRPr kumimoji="0" lang="zh-CN" altLang="zh-CN" sz="14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0" i="0" u="none" strike="noStrike" kern="1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微软雅黑"/>
                          <a:cs typeface="+mn-cs"/>
                        </a:rPr>
                        <a:t>无</a:t>
                      </a:r>
                      <a:endParaRPr kumimoji="0" lang="zh-CN" altLang="zh-CN" sz="14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微软雅黑"/>
                          <a:cs typeface="+mn-cs"/>
                        </a:rPr>
                        <a:t>无</a:t>
                      </a:r>
                      <a:endParaRPr kumimoji="0" lang="zh-CN" altLang="zh-CN" sz="14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微软雅黑"/>
                          <a:cs typeface="+mn-cs"/>
                        </a:rPr>
                        <a:t>无</a:t>
                      </a:r>
                      <a:r>
                        <a:rPr kumimoji="0" lang="en-US" altLang="zh-CN" sz="11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微软雅黑"/>
                          <a:cs typeface="+mn-cs"/>
                        </a:rPr>
                        <a:t>/</a:t>
                      </a:r>
                      <a:r>
                        <a:rPr kumimoji="0" lang="zh-CN" altLang="en-US" sz="11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微软雅黑"/>
                          <a:cs typeface="+mn-cs"/>
                        </a:rPr>
                        <a:t>无</a:t>
                      </a:r>
                      <a:r>
                        <a:rPr kumimoji="0" lang="en-US" altLang="zh-CN" sz="11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微软雅黑"/>
                          <a:cs typeface="+mn-cs"/>
                        </a:rPr>
                        <a:t>/</a:t>
                      </a:r>
                      <a:r>
                        <a:rPr kumimoji="0" lang="zh-CN" altLang="en-US" sz="11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微软雅黑"/>
                          <a:cs typeface="+mn-cs"/>
                        </a:rPr>
                        <a:t>首行</a:t>
                      </a:r>
                      <a:r>
                        <a:rPr kumimoji="0" lang="en-US" altLang="zh-CN" sz="11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微软雅黑"/>
                          <a:cs typeface="+mn-cs"/>
                        </a:rPr>
                        <a:t>1</a:t>
                      </a:r>
                      <a:r>
                        <a:rPr kumimoji="0" lang="zh-CN" altLang="en-US" sz="11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微软雅黑"/>
                          <a:cs typeface="+mn-cs"/>
                        </a:rPr>
                        <a:t>厘米</a:t>
                      </a:r>
                      <a:endParaRPr kumimoji="0" lang="zh-CN" altLang="zh-CN" sz="11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/>
                        <a:ea typeface="微软雅黑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17916611"/>
                  </a:ext>
                </a:extLst>
              </a:tr>
              <a:tr h="245808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zh-CN" sz="1100" kern="100">
                          <a:effectLst/>
                        </a:rPr>
                        <a:t>段前间距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kern="100" dirty="0">
                          <a:effectLst/>
                        </a:rPr>
                        <a:t>0.5</a:t>
                      </a:r>
                      <a:r>
                        <a:rPr lang="zh-CN" sz="1100" kern="100" dirty="0">
                          <a:effectLst/>
                        </a:rPr>
                        <a:t>行</a:t>
                      </a:r>
                      <a:r>
                        <a:rPr lang="en-US" altLang="zh-CN" sz="1100" kern="100" dirty="0">
                          <a:effectLst/>
                        </a:rPr>
                        <a:t>(6</a:t>
                      </a:r>
                      <a:r>
                        <a:rPr lang="zh-CN" altLang="en-US" sz="1100" kern="100" dirty="0">
                          <a:effectLst/>
                        </a:rPr>
                        <a:t>磅）</a:t>
                      </a:r>
                      <a:endParaRPr lang="zh-CN" sz="1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100" b="0" i="0" u="none" strike="noStrike" kern="1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微软雅黑"/>
                          <a:cs typeface="+mn-cs"/>
                        </a:rPr>
                        <a:t>0.5</a:t>
                      </a:r>
                      <a:r>
                        <a:rPr kumimoji="0" lang="zh-CN" altLang="zh-CN" sz="1100" b="0" i="0" u="none" strike="noStrike" kern="1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微软雅黑"/>
                          <a:cs typeface="+mn-cs"/>
                        </a:rPr>
                        <a:t>行</a:t>
                      </a:r>
                      <a:r>
                        <a:rPr kumimoji="0" lang="en-US" altLang="zh-CN" sz="1100" b="0" i="0" u="none" strike="noStrike" kern="1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微软雅黑"/>
                          <a:cs typeface="+mn-cs"/>
                        </a:rPr>
                        <a:t>(6</a:t>
                      </a:r>
                      <a:r>
                        <a:rPr kumimoji="0" lang="zh-CN" altLang="en-US" sz="1100" b="0" i="0" u="none" strike="noStrike" kern="1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微软雅黑"/>
                          <a:cs typeface="+mn-cs"/>
                        </a:rPr>
                        <a:t>磅）</a:t>
                      </a:r>
                      <a:endParaRPr kumimoji="0" lang="zh-CN" altLang="zh-CN" sz="14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100" b="0" i="0" u="none" strike="noStrike" kern="1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微软雅黑"/>
                          <a:cs typeface="+mn-cs"/>
                        </a:rPr>
                        <a:t>0.5</a:t>
                      </a:r>
                      <a:r>
                        <a:rPr kumimoji="0" lang="zh-CN" altLang="zh-CN" sz="1100" b="0" i="0" u="none" strike="noStrike" kern="1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微软雅黑"/>
                          <a:cs typeface="+mn-cs"/>
                        </a:rPr>
                        <a:t>行</a:t>
                      </a:r>
                      <a:r>
                        <a:rPr kumimoji="0" lang="en-US" altLang="zh-CN" sz="1100" b="0" i="0" u="none" strike="noStrike" kern="1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微软雅黑"/>
                          <a:cs typeface="+mn-cs"/>
                        </a:rPr>
                        <a:t>(6</a:t>
                      </a:r>
                      <a:r>
                        <a:rPr kumimoji="0" lang="zh-CN" altLang="en-US" sz="1100" b="0" i="0" u="none" strike="noStrike" kern="1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微软雅黑"/>
                          <a:cs typeface="+mn-cs"/>
                        </a:rPr>
                        <a:t>磅）</a:t>
                      </a:r>
                      <a:endParaRPr kumimoji="0" lang="zh-CN" altLang="zh-CN" sz="14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1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微软雅黑"/>
                          <a:cs typeface="+mn-cs"/>
                        </a:rPr>
                        <a:t>0.5</a:t>
                      </a:r>
                      <a:r>
                        <a:rPr kumimoji="0" lang="zh-CN" altLang="zh-CN" sz="11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微软雅黑"/>
                          <a:cs typeface="+mn-cs"/>
                        </a:rPr>
                        <a:t>行</a:t>
                      </a:r>
                      <a:r>
                        <a:rPr kumimoji="0" lang="en-US" altLang="zh-CN" sz="11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微软雅黑"/>
                          <a:cs typeface="+mn-cs"/>
                        </a:rPr>
                        <a:t>(6</a:t>
                      </a:r>
                      <a:r>
                        <a:rPr kumimoji="0" lang="zh-CN" altLang="en-US" sz="11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微软雅黑"/>
                          <a:cs typeface="+mn-cs"/>
                        </a:rPr>
                        <a:t>磅）</a:t>
                      </a:r>
                      <a:endParaRPr kumimoji="0" lang="zh-CN" altLang="zh-CN" sz="14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1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微软雅黑"/>
                          <a:cs typeface="+mn-cs"/>
                        </a:rPr>
                        <a:t>0.5</a:t>
                      </a:r>
                      <a:r>
                        <a:rPr kumimoji="0" lang="zh-CN" altLang="zh-CN" sz="11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微软雅黑"/>
                          <a:cs typeface="+mn-cs"/>
                        </a:rPr>
                        <a:t>行</a:t>
                      </a:r>
                      <a:r>
                        <a:rPr kumimoji="0" lang="en-US" altLang="zh-CN" sz="11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微软雅黑"/>
                          <a:cs typeface="+mn-cs"/>
                        </a:rPr>
                        <a:t>(6</a:t>
                      </a:r>
                      <a:r>
                        <a:rPr kumimoji="0" lang="zh-CN" altLang="en-US" sz="11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微软雅黑"/>
                          <a:cs typeface="+mn-cs"/>
                        </a:rPr>
                        <a:t>磅）</a:t>
                      </a:r>
                      <a:endParaRPr kumimoji="0" lang="zh-CN" altLang="zh-CN" sz="14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41306917"/>
                  </a:ext>
                </a:extLst>
              </a:tr>
              <a:tr h="245808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zh-CN" sz="1100" kern="100">
                          <a:effectLst/>
                        </a:rPr>
                        <a:t>段后间距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100" b="0" i="0" u="none" strike="noStrike" kern="1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微软雅黑"/>
                          <a:cs typeface="+mn-cs"/>
                        </a:rPr>
                        <a:t>0.5</a:t>
                      </a:r>
                      <a:r>
                        <a:rPr kumimoji="0" lang="zh-CN" altLang="zh-CN" sz="1100" b="0" i="0" u="none" strike="noStrike" kern="1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微软雅黑"/>
                          <a:cs typeface="+mn-cs"/>
                        </a:rPr>
                        <a:t>行</a:t>
                      </a:r>
                      <a:r>
                        <a:rPr kumimoji="0" lang="en-US" altLang="zh-CN" sz="1100" b="0" i="0" u="none" strike="noStrike" kern="1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微软雅黑"/>
                          <a:cs typeface="+mn-cs"/>
                        </a:rPr>
                        <a:t>(6</a:t>
                      </a:r>
                      <a:r>
                        <a:rPr kumimoji="0" lang="zh-CN" altLang="en-US" sz="1100" b="0" i="0" u="none" strike="noStrike" kern="1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微软雅黑"/>
                          <a:cs typeface="+mn-cs"/>
                        </a:rPr>
                        <a:t>磅）</a:t>
                      </a:r>
                      <a:endParaRPr kumimoji="0" lang="zh-CN" altLang="zh-CN" sz="14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100" b="0" i="0" u="none" strike="noStrike" kern="1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微软雅黑"/>
                          <a:cs typeface="+mn-cs"/>
                        </a:rPr>
                        <a:t>0.5</a:t>
                      </a:r>
                      <a:r>
                        <a:rPr kumimoji="0" lang="zh-CN" altLang="zh-CN" sz="1100" b="0" i="0" u="none" strike="noStrike" kern="1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微软雅黑"/>
                          <a:cs typeface="+mn-cs"/>
                        </a:rPr>
                        <a:t>行</a:t>
                      </a:r>
                      <a:r>
                        <a:rPr kumimoji="0" lang="en-US" altLang="zh-CN" sz="1100" b="0" i="0" u="none" strike="noStrike" kern="1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微软雅黑"/>
                          <a:cs typeface="+mn-cs"/>
                        </a:rPr>
                        <a:t>(6</a:t>
                      </a:r>
                      <a:r>
                        <a:rPr kumimoji="0" lang="zh-CN" altLang="en-US" sz="1100" b="0" i="0" u="none" strike="noStrike" kern="1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微软雅黑"/>
                          <a:cs typeface="+mn-cs"/>
                        </a:rPr>
                        <a:t>磅）</a:t>
                      </a:r>
                      <a:endParaRPr kumimoji="0" lang="zh-CN" altLang="zh-CN" sz="14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100" b="0" i="0" u="none" strike="noStrike" kern="1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微软雅黑"/>
                          <a:cs typeface="+mn-cs"/>
                        </a:rPr>
                        <a:t>0.5</a:t>
                      </a:r>
                      <a:r>
                        <a:rPr kumimoji="0" lang="zh-CN" altLang="zh-CN" sz="1100" b="0" i="0" u="none" strike="noStrike" kern="1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微软雅黑"/>
                          <a:cs typeface="+mn-cs"/>
                        </a:rPr>
                        <a:t>行</a:t>
                      </a:r>
                      <a:r>
                        <a:rPr kumimoji="0" lang="en-US" altLang="zh-CN" sz="1100" b="0" i="0" u="none" strike="noStrike" kern="1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微软雅黑"/>
                          <a:cs typeface="+mn-cs"/>
                        </a:rPr>
                        <a:t>(6</a:t>
                      </a:r>
                      <a:r>
                        <a:rPr kumimoji="0" lang="zh-CN" altLang="en-US" sz="1100" b="0" i="0" u="none" strike="noStrike" kern="1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微软雅黑"/>
                          <a:cs typeface="+mn-cs"/>
                        </a:rPr>
                        <a:t>磅）</a:t>
                      </a:r>
                      <a:endParaRPr kumimoji="0" lang="zh-CN" altLang="zh-CN" sz="14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100" b="0" i="0" u="none" strike="noStrike" kern="1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微软雅黑"/>
                          <a:cs typeface="+mn-cs"/>
                        </a:rPr>
                        <a:t>0.5</a:t>
                      </a:r>
                      <a:r>
                        <a:rPr kumimoji="0" lang="zh-CN" altLang="zh-CN" sz="1100" b="0" i="0" u="none" strike="noStrike" kern="1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微软雅黑"/>
                          <a:cs typeface="+mn-cs"/>
                        </a:rPr>
                        <a:t>行</a:t>
                      </a:r>
                      <a:r>
                        <a:rPr kumimoji="0" lang="en-US" altLang="zh-CN" sz="1100" b="0" i="0" u="none" strike="noStrike" kern="1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微软雅黑"/>
                          <a:cs typeface="+mn-cs"/>
                        </a:rPr>
                        <a:t>(6</a:t>
                      </a:r>
                      <a:r>
                        <a:rPr kumimoji="0" lang="zh-CN" altLang="en-US" sz="1100" b="0" i="0" u="none" strike="noStrike" kern="1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微软雅黑"/>
                          <a:cs typeface="+mn-cs"/>
                        </a:rPr>
                        <a:t>磅）</a:t>
                      </a:r>
                      <a:endParaRPr kumimoji="0" lang="zh-CN" altLang="zh-CN" sz="14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1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微软雅黑"/>
                          <a:cs typeface="+mn-cs"/>
                        </a:rPr>
                        <a:t>0.5</a:t>
                      </a:r>
                      <a:r>
                        <a:rPr kumimoji="0" lang="zh-CN" altLang="zh-CN" sz="11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微软雅黑"/>
                          <a:cs typeface="+mn-cs"/>
                        </a:rPr>
                        <a:t>行</a:t>
                      </a:r>
                      <a:r>
                        <a:rPr kumimoji="0" lang="en-US" altLang="zh-CN" sz="11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微软雅黑"/>
                          <a:cs typeface="+mn-cs"/>
                        </a:rPr>
                        <a:t>(6</a:t>
                      </a:r>
                      <a:r>
                        <a:rPr kumimoji="0" lang="zh-CN" altLang="en-US" sz="11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微软雅黑"/>
                          <a:cs typeface="+mn-cs"/>
                        </a:rPr>
                        <a:t>磅）</a:t>
                      </a:r>
                      <a:endParaRPr kumimoji="0" lang="zh-CN" altLang="zh-CN" sz="14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46229509"/>
                  </a:ext>
                </a:extLst>
              </a:tr>
              <a:tr h="245808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zh-CN" sz="1100" kern="100">
                          <a:effectLst/>
                        </a:rPr>
                        <a:t>行距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zh-CN" sz="1100" kern="100" dirty="0">
                          <a:effectLst/>
                        </a:rPr>
                        <a:t>1.5</a:t>
                      </a:r>
                      <a:r>
                        <a:rPr lang="zh-CN" sz="1100" kern="100" dirty="0">
                          <a:effectLst/>
                        </a:rPr>
                        <a:t>倍行距</a:t>
                      </a:r>
                      <a:endParaRPr lang="zh-CN" sz="1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1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微软雅黑"/>
                          <a:cs typeface="+mn-cs"/>
                        </a:rPr>
                        <a:t>1.5</a:t>
                      </a:r>
                      <a:r>
                        <a:rPr kumimoji="0" lang="zh-CN" altLang="zh-CN" sz="11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微软雅黑"/>
                          <a:cs typeface="+mn-cs"/>
                        </a:rPr>
                        <a:t>倍行距</a:t>
                      </a:r>
                      <a:endParaRPr kumimoji="0" lang="zh-CN" altLang="zh-CN" sz="14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1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微软雅黑"/>
                          <a:cs typeface="+mn-cs"/>
                        </a:rPr>
                        <a:t>1.5</a:t>
                      </a:r>
                      <a:r>
                        <a:rPr kumimoji="0" lang="zh-CN" altLang="zh-CN" sz="11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微软雅黑"/>
                          <a:cs typeface="+mn-cs"/>
                        </a:rPr>
                        <a:t>倍行距</a:t>
                      </a:r>
                      <a:endParaRPr kumimoji="0" lang="zh-CN" altLang="zh-CN" sz="14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1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微软雅黑"/>
                          <a:cs typeface="+mn-cs"/>
                        </a:rPr>
                        <a:t>1.5</a:t>
                      </a:r>
                      <a:r>
                        <a:rPr kumimoji="0" lang="zh-CN" altLang="zh-CN" sz="11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微软雅黑"/>
                          <a:cs typeface="+mn-cs"/>
                        </a:rPr>
                        <a:t>倍行距</a:t>
                      </a:r>
                      <a:endParaRPr kumimoji="0" lang="zh-CN" altLang="zh-CN" sz="14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1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微软雅黑"/>
                          <a:cs typeface="+mn-cs"/>
                        </a:rPr>
                        <a:t>1.5</a:t>
                      </a:r>
                      <a:r>
                        <a:rPr kumimoji="0" lang="zh-CN" altLang="zh-CN" sz="11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微软雅黑"/>
                          <a:cs typeface="+mn-cs"/>
                        </a:rPr>
                        <a:t>倍行距</a:t>
                      </a:r>
                      <a:endParaRPr kumimoji="0" lang="zh-CN" altLang="zh-CN" sz="14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82012613"/>
                  </a:ext>
                </a:extLst>
              </a:tr>
            </a:tbl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59652156-2EF4-1E5E-E98D-1C066643B460}"/>
              </a:ext>
            </a:extLst>
          </p:cNvPr>
          <p:cNvSpPr txBox="1"/>
          <p:nvPr/>
        </p:nvSpPr>
        <p:spPr>
          <a:xfrm>
            <a:off x="893245" y="5012015"/>
            <a:ext cx="609477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zh-CN" sz="1400" dirty="0">
                <a:effectLst/>
                <a:latin typeface="+mn-ea"/>
                <a:cs typeface="Times New Roman" panose="02020603050405020304" pitchFamily="18" charset="0"/>
              </a:rPr>
              <a:t>如非美观及排版原因，各级标题前后不额外空行</a:t>
            </a:r>
            <a:endParaRPr lang="en-US" altLang="zh-CN" sz="1400" dirty="0">
              <a:effectLst/>
              <a:latin typeface="+mn-ea"/>
              <a:cs typeface="Times New Roman" panose="02020603050405020304" pitchFamily="18" charset="0"/>
            </a:endParaRPr>
          </a:p>
          <a:p>
            <a:pPr marL="285750" indent="-285750" algn="l" fontAlgn="ctr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u="none" strike="noStrike" dirty="0">
                <a:effectLst/>
              </a:rPr>
              <a:t>在样式</a:t>
            </a:r>
            <a:r>
              <a:rPr lang="en-US" altLang="zh-CN" sz="1400" u="none" strike="noStrike" dirty="0">
                <a:effectLst/>
              </a:rPr>
              <a:t>S/P</a:t>
            </a:r>
            <a:r>
              <a:rPr lang="zh-CN" altLang="en-US" sz="1400" u="none" strike="noStrike" dirty="0">
                <a:effectLst/>
              </a:rPr>
              <a:t>后面有几个数字就是几级标题，如</a:t>
            </a:r>
            <a:r>
              <a:rPr lang="en-US" altLang="zh-CN" sz="1400" u="none" strike="noStrike" dirty="0">
                <a:effectLst/>
              </a:rPr>
              <a:t>3.2.S.3.2</a:t>
            </a:r>
            <a:r>
              <a:rPr lang="zh-CN" altLang="en-US" sz="1400" u="none" strike="noStrike" dirty="0">
                <a:effectLst/>
              </a:rPr>
              <a:t>就是</a:t>
            </a:r>
            <a:r>
              <a:rPr lang="en-US" altLang="zh-CN" sz="1400" u="none" strike="noStrike" dirty="0">
                <a:effectLst/>
              </a:rPr>
              <a:t>2</a:t>
            </a:r>
            <a:r>
              <a:rPr lang="zh-CN" altLang="en-US" sz="1400" u="none" strike="noStrike" dirty="0">
                <a:effectLst/>
              </a:rPr>
              <a:t>级标题</a:t>
            </a:r>
            <a:endParaRPr lang="zh-CN" altLang="en-US" sz="14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151B29C2-461A-5862-F1A1-6BD9846286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1371" y="1215043"/>
            <a:ext cx="2793739" cy="476610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9659950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900" dirty="0"/>
              <a:t>使用技巧</a:t>
            </a:r>
            <a:r>
              <a:rPr lang="en-US" altLang="zh-CN" sz="2900" dirty="0"/>
              <a:t>——</a:t>
            </a:r>
            <a:r>
              <a:rPr lang="zh-CN" altLang="en-US" sz="2900" dirty="0"/>
              <a:t>正文标题设置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7354397" y="1274317"/>
            <a:ext cx="479188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dirty="0"/>
              <a:t>资料模板均设置好</a:t>
            </a:r>
            <a:r>
              <a:rPr lang="en-US" altLang="zh-CN" sz="1400" dirty="0">
                <a:solidFill>
                  <a:srgbClr val="FF0000"/>
                </a:solidFill>
              </a:rPr>
              <a:t>1~7</a:t>
            </a:r>
            <a:r>
              <a:rPr lang="zh-CN" altLang="en-US" sz="1400" dirty="0">
                <a:solidFill>
                  <a:srgbClr val="FF0000"/>
                </a:solidFill>
              </a:rPr>
              <a:t>级标题样式</a:t>
            </a:r>
            <a:r>
              <a:rPr lang="zh-CN" altLang="en-US" sz="1400" dirty="0"/>
              <a:t>，使用时</a:t>
            </a:r>
            <a:r>
              <a:rPr lang="zh-CN" altLang="en-US" sz="1400" dirty="0">
                <a:solidFill>
                  <a:srgbClr val="FF0000"/>
                </a:solidFill>
              </a:rPr>
              <a:t>选择对应的样式，即可自动编号；</a:t>
            </a:r>
            <a:endParaRPr lang="en-US" altLang="zh-CN" sz="1400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endParaRPr lang="en-US" altLang="zh-CN" sz="1400" dirty="0">
              <a:solidFill>
                <a:srgbClr val="FF0000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400" dirty="0"/>
              <a:t>S/P</a:t>
            </a:r>
            <a:r>
              <a:rPr lang="zh-CN" altLang="en-US" sz="1400" dirty="0"/>
              <a:t>后面几个数字就是几级标题，</a:t>
            </a:r>
            <a:r>
              <a:rPr lang="en-US" altLang="zh-CN" sz="1400" dirty="0"/>
              <a:t>5~7</a:t>
            </a:r>
            <a:r>
              <a:rPr lang="zh-CN" altLang="en-US" sz="1400" dirty="0"/>
              <a:t>级直接以序号表示。</a:t>
            </a:r>
            <a:endParaRPr lang="en-US" altLang="zh-CN" sz="1400" dirty="0"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 rotWithShape="1">
          <a:blip r:embed="rId2"/>
          <a:srcRect t="36481" b="13427"/>
          <a:stretch/>
        </p:blipFill>
        <p:spPr>
          <a:xfrm>
            <a:off x="256407" y="5701580"/>
            <a:ext cx="2253122" cy="418012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4254" y="5638399"/>
            <a:ext cx="3346300" cy="544374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cxnSp>
        <p:nvCxnSpPr>
          <p:cNvPr id="6" name="直接箭头连接符 5"/>
          <p:cNvCxnSpPr>
            <a:stCxn id="20" idx="3"/>
            <a:endCxn id="21" idx="1"/>
          </p:cNvCxnSpPr>
          <p:nvPr/>
        </p:nvCxnSpPr>
        <p:spPr>
          <a:xfrm>
            <a:off x="2509529" y="5910586"/>
            <a:ext cx="1194725" cy="0"/>
          </a:xfrm>
          <a:prstGeom prst="straightConnector1">
            <a:avLst/>
          </a:prstGeom>
          <a:ln w="571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2655485" y="5553424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调整样式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7537276" y="5638399"/>
            <a:ext cx="3954929" cy="34051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>
                <a:lumMod val="50000"/>
              </a:schemeClr>
            </a:solidFill>
            <a:prstDash val="lgDash"/>
          </a:ln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</a:rPr>
              <a:t>优点</a:t>
            </a:r>
            <a:r>
              <a:rPr lang="zh-CN" altLang="en-US" sz="1400" dirty="0"/>
              <a:t>：无需手动编号；标题自动分级，一目了然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rcRect b="18019"/>
          <a:stretch/>
        </p:blipFill>
        <p:spPr>
          <a:xfrm>
            <a:off x="6963138" y="3367250"/>
            <a:ext cx="2551603" cy="1476626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B55DF717-1A93-189B-2D83-D3A39A24DB0C}"/>
              </a:ext>
            </a:extLst>
          </p:cNvPr>
          <p:cNvSpPr txBox="1"/>
          <p:nvPr/>
        </p:nvSpPr>
        <p:spPr>
          <a:xfrm>
            <a:off x="9750338" y="3147048"/>
            <a:ext cx="281509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/>
              <a:t>快捷键</a:t>
            </a:r>
            <a:endParaRPr lang="en-US" altLang="zh-CN" sz="1400" b="1" dirty="0"/>
          </a:p>
          <a:p>
            <a:r>
              <a:rPr lang="en-US" altLang="zh-CN" sz="1400" dirty="0"/>
              <a:t>Alt+1</a:t>
            </a:r>
            <a:r>
              <a:rPr lang="zh-CN" altLang="en-US" sz="1400" dirty="0"/>
              <a:t>：一级标题</a:t>
            </a:r>
          </a:p>
          <a:p>
            <a:r>
              <a:rPr lang="en-US" altLang="zh-CN" sz="1400" dirty="0"/>
              <a:t>Alt+2</a:t>
            </a:r>
            <a:r>
              <a:rPr lang="zh-CN" altLang="en-US" sz="1400" dirty="0"/>
              <a:t>：二级标题</a:t>
            </a:r>
          </a:p>
          <a:p>
            <a:r>
              <a:rPr lang="en-US" altLang="zh-CN" sz="1400" dirty="0"/>
              <a:t>Alt+3</a:t>
            </a:r>
            <a:r>
              <a:rPr lang="zh-CN" altLang="en-US" sz="1400" dirty="0"/>
              <a:t>：三级标题</a:t>
            </a:r>
          </a:p>
          <a:p>
            <a:r>
              <a:rPr lang="en-US" altLang="zh-CN" sz="1400" dirty="0"/>
              <a:t>Alt+4</a:t>
            </a:r>
            <a:r>
              <a:rPr lang="zh-CN" altLang="en-US" sz="1400" dirty="0"/>
              <a:t>：四级标题</a:t>
            </a:r>
            <a:endParaRPr lang="en-US" altLang="zh-CN" sz="1400" dirty="0"/>
          </a:p>
          <a:p>
            <a:r>
              <a:rPr lang="en-US" altLang="zh-CN" sz="1400" dirty="0"/>
              <a:t>Alt+5</a:t>
            </a:r>
            <a:r>
              <a:rPr lang="zh-CN" altLang="en-US" sz="1400" dirty="0"/>
              <a:t>：五级标题</a:t>
            </a:r>
          </a:p>
          <a:p>
            <a:r>
              <a:rPr lang="en-US" altLang="zh-CN" sz="1400" dirty="0"/>
              <a:t>Alt+6</a:t>
            </a:r>
            <a:r>
              <a:rPr lang="zh-CN" altLang="en-US" sz="1400" dirty="0"/>
              <a:t>：六级标题</a:t>
            </a:r>
          </a:p>
          <a:p>
            <a:r>
              <a:rPr lang="en-US" altLang="zh-CN" sz="1400" dirty="0"/>
              <a:t>Alt+7</a:t>
            </a:r>
            <a:r>
              <a:rPr lang="zh-CN" altLang="en-US" sz="1400" dirty="0"/>
              <a:t>：七级标题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016D5D3E-D850-4E19-7FC7-A4DAD4F02E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780" y="1212099"/>
            <a:ext cx="5285693" cy="4236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288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900" dirty="0"/>
              <a:t>使用技巧</a:t>
            </a:r>
            <a:r>
              <a:rPr lang="en-US" altLang="zh-CN" sz="2900" dirty="0"/>
              <a:t>——</a:t>
            </a:r>
            <a:r>
              <a:rPr lang="zh-CN" altLang="en-US" sz="2900" dirty="0"/>
              <a:t>图表设置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6760669" y="2751403"/>
            <a:ext cx="4772078" cy="39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/>
              <a:t>图表标题</a:t>
            </a:r>
            <a:r>
              <a:rPr lang="zh-CN" altLang="en-US" sz="1400" dirty="0"/>
              <a:t>：</a:t>
            </a:r>
            <a:endParaRPr lang="en-US" altLang="zh-CN" sz="14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dirty="0"/>
              <a:t>资料模板均设置好</a:t>
            </a:r>
            <a:r>
              <a:rPr lang="zh-CN" altLang="en-US" sz="1400" dirty="0">
                <a:solidFill>
                  <a:srgbClr val="FF0000"/>
                </a:solidFill>
              </a:rPr>
              <a:t>表格和图片</a:t>
            </a:r>
            <a:r>
              <a:rPr lang="zh-CN" altLang="en-US" sz="1400" dirty="0"/>
              <a:t>样式，使用时</a:t>
            </a:r>
            <a:r>
              <a:rPr lang="zh-CN" altLang="en-US" sz="1400" dirty="0">
                <a:solidFill>
                  <a:srgbClr val="FF0000"/>
                </a:solidFill>
              </a:rPr>
              <a:t>选择对应的样式，即可自动编号</a:t>
            </a:r>
            <a:r>
              <a:rPr lang="zh-CN" altLang="en-US" sz="1400" dirty="0"/>
              <a:t>。</a:t>
            </a:r>
            <a:endParaRPr lang="en-US" altLang="zh-CN" sz="1400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endParaRPr lang="en-US" altLang="zh-CN" sz="1400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400" b="1" dirty="0"/>
              <a:t>表格格式</a:t>
            </a:r>
            <a:r>
              <a:rPr lang="zh-CN" altLang="en-US" sz="1400" dirty="0"/>
              <a:t>：</a:t>
            </a:r>
            <a:endParaRPr lang="en-US" altLang="zh-CN" sz="14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dirty="0"/>
              <a:t>新建表格已设置表格默认边框和底纹；</a:t>
            </a:r>
            <a:endParaRPr lang="en-US" altLang="zh-CN" sz="14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dirty="0">
                <a:highlight>
                  <a:srgbClr val="FFFF00"/>
                </a:highlight>
              </a:rPr>
              <a:t>新复制表格可在表设计中选择”</a:t>
            </a:r>
            <a:r>
              <a:rPr lang="en-US" altLang="zh-CN" sz="1400" dirty="0">
                <a:solidFill>
                  <a:srgbClr val="FF0000"/>
                </a:solidFill>
                <a:highlight>
                  <a:srgbClr val="FFFF00"/>
                </a:highlight>
              </a:rPr>
              <a:t>RA</a:t>
            </a:r>
            <a:r>
              <a:rPr lang="zh-CN" altLang="en-US" sz="1400" dirty="0">
                <a:solidFill>
                  <a:srgbClr val="FF0000"/>
                </a:solidFill>
                <a:highlight>
                  <a:srgbClr val="FFFF00"/>
                </a:highlight>
              </a:rPr>
              <a:t>表格</a:t>
            </a:r>
            <a:r>
              <a:rPr lang="zh-CN" altLang="en-US" sz="1400" dirty="0">
                <a:highlight>
                  <a:srgbClr val="FFFF00"/>
                </a:highlight>
              </a:rPr>
              <a:t>“；</a:t>
            </a:r>
            <a:endParaRPr lang="en-US" altLang="zh-CN" sz="1400" dirty="0">
              <a:highlight>
                <a:srgbClr val="FFFF00"/>
              </a:highlight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dirty="0"/>
              <a:t>选定表格选择“</a:t>
            </a:r>
            <a:r>
              <a:rPr lang="en-US" altLang="zh-CN" sz="1400" dirty="0">
                <a:solidFill>
                  <a:srgbClr val="FF0000"/>
                </a:solidFill>
              </a:rPr>
              <a:t>RA-</a:t>
            </a:r>
            <a:r>
              <a:rPr lang="zh-CN" altLang="en-US" sz="1400" dirty="0">
                <a:solidFill>
                  <a:srgbClr val="FF0000"/>
                </a:solidFill>
              </a:rPr>
              <a:t>表格字体</a:t>
            </a:r>
            <a:r>
              <a:rPr lang="zh-CN" altLang="en-US" sz="1400" dirty="0"/>
              <a:t>”可调节字体大小</a:t>
            </a:r>
            <a:r>
              <a:rPr lang="en-US" altLang="zh-CN" sz="1400" dirty="0"/>
              <a:t>;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kern="100" dirty="0">
                <a:highlight>
                  <a:srgbClr val="00FFFF"/>
                </a:highlight>
                <a:cs typeface="Times New Roman" panose="02020603050405020304" pitchFamily="18" charset="0"/>
              </a:rPr>
              <a:t>表格标题行加粗；</a:t>
            </a:r>
            <a:r>
              <a:rPr lang="zh-CN" altLang="zh-CN" sz="1400" kern="100" dirty="0">
                <a:effectLst/>
                <a:highlight>
                  <a:srgbClr val="00FFFF"/>
                </a:highlight>
                <a:latin typeface="+mn-ea"/>
                <a:ea typeface="+mn-ea"/>
              </a:rPr>
              <a:t>勾选</a:t>
            </a:r>
            <a:r>
              <a:rPr lang="en-US" altLang="zh-CN" sz="1400" kern="100" dirty="0">
                <a:effectLst/>
                <a:highlight>
                  <a:srgbClr val="00FFFF"/>
                </a:highlight>
                <a:latin typeface="+mn-ea"/>
                <a:ea typeface="+mn-ea"/>
              </a:rPr>
              <a:t>“</a:t>
            </a:r>
            <a:r>
              <a:rPr lang="zh-CN" altLang="zh-CN" sz="1400" kern="100" dirty="0">
                <a:effectLst/>
                <a:highlight>
                  <a:srgbClr val="00FFFF"/>
                </a:highlight>
                <a:latin typeface="+mn-ea"/>
                <a:ea typeface="+mn-ea"/>
              </a:rPr>
              <a:t>重复标题行</a:t>
            </a:r>
            <a:r>
              <a:rPr lang="en-US" altLang="zh-CN" sz="1400" kern="100" dirty="0">
                <a:effectLst/>
                <a:highlight>
                  <a:srgbClr val="00FFFF"/>
                </a:highlight>
                <a:latin typeface="+mn-ea"/>
                <a:ea typeface="+mn-ea"/>
              </a:rPr>
              <a:t>”</a:t>
            </a:r>
            <a:r>
              <a:rPr lang="zh-CN" altLang="en-US" sz="1400" kern="100" dirty="0">
                <a:effectLst/>
                <a:highlight>
                  <a:srgbClr val="00FFFF"/>
                </a:highlight>
                <a:latin typeface="+mn-ea"/>
                <a:ea typeface="+mn-ea"/>
              </a:rPr>
              <a:t>；</a:t>
            </a:r>
            <a:endParaRPr lang="en-US" altLang="zh-CN" sz="1400" dirty="0">
              <a:highlight>
                <a:srgbClr val="00FFFF"/>
              </a:highlight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dirty="0">
                <a:highlight>
                  <a:srgbClr val="00FFFF"/>
                </a:highlight>
              </a:rPr>
              <a:t>需额外设置行高为</a:t>
            </a:r>
            <a:r>
              <a:rPr lang="en-US" altLang="zh-CN" sz="1400" dirty="0">
                <a:highlight>
                  <a:srgbClr val="00FFFF"/>
                </a:highlight>
              </a:rPr>
              <a:t>0.6cm</a:t>
            </a:r>
            <a:r>
              <a:rPr lang="zh-CN" altLang="en-US" sz="1400" dirty="0">
                <a:highlight>
                  <a:srgbClr val="00FFFF"/>
                </a:highlight>
              </a:rPr>
              <a:t>，行宽为根据窗口自动调整。</a:t>
            </a:r>
            <a:endParaRPr lang="en-US" altLang="zh-CN" sz="1400" dirty="0">
              <a:highlight>
                <a:srgbClr val="00FFFF"/>
              </a:highlight>
            </a:endParaRPr>
          </a:p>
          <a:p>
            <a:pPr>
              <a:lnSpc>
                <a:spcPct val="150000"/>
              </a:lnSpc>
            </a:pPr>
            <a:endParaRPr lang="en-US" altLang="zh-CN" sz="1400" dirty="0"/>
          </a:p>
          <a:p>
            <a:pPr>
              <a:lnSpc>
                <a:spcPct val="150000"/>
              </a:lnSpc>
            </a:pPr>
            <a:endParaRPr lang="en-US" altLang="zh-CN" sz="1400" dirty="0"/>
          </a:p>
        </p:txBody>
      </p:sp>
      <p:cxnSp>
        <p:nvCxnSpPr>
          <p:cNvPr id="6" name="直接箭头连接符 5"/>
          <p:cNvCxnSpPr/>
          <p:nvPr/>
        </p:nvCxnSpPr>
        <p:spPr>
          <a:xfrm>
            <a:off x="7944309" y="1665788"/>
            <a:ext cx="1194725" cy="0"/>
          </a:xfrm>
          <a:prstGeom prst="straightConnector1">
            <a:avLst/>
          </a:prstGeom>
          <a:ln w="571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8090265" y="1308626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调整样式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7284" y="1376806"/>
            <a:ext cx="1977584" cy="516532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4593" y="1382981"/>
            <a:ext cx="1201464" cy="510357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10" name="文本框 9"/>
          <p:cNvSpPr txBox="1"/>
          <p:nvPr/>
        </p:nvSpPr>
        <p:spPr>
          <a:xfrm>
            <a:off x="6603794" y="2140440"/>
            <a:ext cx="4673074" cy="34051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>
                <a:lumMod val="50000"/>
              </a:schemeClr>
            </a:solidFill>
            <a:prstDash val="lgDash"/>
          </a:ln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</a:rPr>
              <a:t>优点</a:t>
            </a:r>
            <a:r>
              <a:rPr lang="zh-CN" altLang="en-US" sz="1400" dirty="0"/>
              <a:t>：无需手动编号；无需手动调整格式；方便交叉引用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CD12406B-8D1A-C162-B340-0EEAAE105E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879" y="1533927"/>
            <a:ext cx="5139328" cy="4289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51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A7EA2-BBAD-9849-AF24-66CBD72D8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2E75A91A-3B49-DEE8-0D12-950B31FFB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highlight>
                  <a:srgbClr val="FFFF00"/>
                </a:highlight>
              </a:rPr>
              <a:t>图</a:t>
            </a:r>
            <a:r>
              <a:rPr lang="en-US" altLang="zh-CN" dirty="0">
                <a:highlight>
                  <a:srgbClr val="FFFF00"/>
                </a:highlight>
              </a:rPr>
              <a:t>/</a:t>
            </a:r>
            <a:r>
              <a:rPr lang="zh-CN" altLang="en-US" dirty="0">
                <a:highlight>
                  <a:srgbClr val="FFFF00"/>
                </a:highlight>
              </a:rPr>
              <a:t>表注释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C28CADDC-47AD-673C-DF4F-B1546830AB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6425679"/>
              </p:ext>
            </p:extLst>
          </p:nvPr>
        </p:nvGraphicFramePr>
        <p:xfrm>
          <a:off x="414729" y="1282514"/>
          <a:ext cx="5195043" cy="435133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75833">
                  <a:extLst>
                    <a:ext uri="{9D8B030D-6E8A-4147-A177-3AD203B41FA5}">
                      <a16:colId xmlns:a16="http://schemas.microsoft.com/office/drawing/2014/main" val="226277730"/>
                    </a:ext>
                  </a:extLst>
                </a:gridCol>
                <a:gridCol w="1731108">
                  <a:extLst>
                    <a:ext uri="{9D8B030D-6E8A-4147-A177-3AD203B41FA5}">
                      <a16:colId xmlns:a16="http://schemas.microsoft.com/office/drawing/2014/main" val="2252802897"/>
                    </a:ext>
                  </a:extLst>
                </a:gridCol>
                <a:gridCol w="1688102">
                  <a:extLst>
                    <a:ext uri="{9D8B030D-6E8A-4147-A177-3AD203B41FA5}">
                      <a16:colId xmlns:a16="http://schemas.microsoft.com/office/drawing/2014/main" val="179169617"/>
                    </a:ext>
                  </a:extLst>
                </a:gridCol>
              </a:tblGrid>
              <a:tr h="483482">
                <a:tc>
                  <a:txBody>
                    <a:bodyPr/>
                    <a:lstStyle/>
                    <a:p>
                      <a:pPr algn="just">
                        <a:lnSpc>
                          <a:spcPts val="2000"/>
                        </a:lnSpc>
                        <a:buNone/>
                      </a:pPr>
                      <a:r>
                        <a:rPr lang="zh-CN" sz="1200" kern="100" dirty="0">
                          <a:effectLst/>
                          <a:latin typeface="+mn-ea"/>
                          <a:ea typeface="+mn-ea"/>
                        </a:rPr>
                        <a:t>参数</a:t>
                      </a:r>
                      <a:endParaRPr lang="zh-CN" sz="16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000"/>
                        </a:lnSpc>
                        <a:buNone/>
                      </a:pPr>
                      <a:r>
                        <a:rPr lang="zh-CN" sz="1200" kern="100">
                          <a:effectLst/>
                          <a:latin typeface="+mn-ea"/>
                          <a:ea typeface="+mn-ea"/>
                        </a:rPr>
                        <a:t>图</a:t>
                      </a:r>
                      <a:endParaRPr lang="zh-CN" sz="16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000"/>
                        </a:lnSpc>
                        <a:buNone/>
                      </a:pPr>
                      <a:r>
                        <a:rPr lang="zh-CN" sz="1200" kern="100">
                          <a:effectLst/>
                          <a:latin typeface="+mn-ea"/>
                          <a:ea typeface="+mn-ea"/>
                        </a:rPr>
                        <a:t>表</a:t>
                      </a:r>
                      <a:endParaRPr lang="zh-CN" sz="16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86953315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pPr algn="just">
                        <a:lnSpc>
                          <a:spcPts val="2000"/>
                        </a:lnSpc>
                        <a:buNone/>
                      </a:pPr>
                      <a:r>
                        <a:rPr lang="zh-CN" sz="1200" kern="100">
                          <a:effectLst/>
                          <a:latin typeface="+mn-ea"/>
                          <a:ea typeface="+mn-ea"/>
                        </a:rPr>
                        <a:t>对齐方式</a:t>
                      </a:r>
                      <a:endParaRPr lang="zh-CN" sz="16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000"/>
                        </a:lnSpc>
                        <a:buNone/>
                      </a:pPr>
                      <a:r>
                        <a:rPr lang="zh-CN" sz="1200" kern="100" dirty="0">
                          <a:effectLst/>
                          <a:latin typeface="+mn-ea"/>
                          <a:ea typeface="+mn-ea"/>
                        </a:rPr>
                        <a:t>左对齐</a:t>
                      </a:r>
                      <a:endParaRPr lang="zh-CN" sz="16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000"/>
                        </a:lnSpc>
                        <a:buNone/>
                      </a:pPr>
                      <a:r>
                        <a:rPr lang="zh-CN" sz="1200" kern="100">
                          <a:effectLst/>
                          <a:latin typeface="+mn-ea"/>
                          <a:ea typeface="+mn-ea"/>
                        </a:rPr>
                        <a:t>左对齐</a:t>
                      </a:r>
                      <a:endParaRPr lang="zh-CN" sz="16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8709090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pPr algn="just">
                        <a:lnSpc>
                          <a:spcPts val="2000"/>
                        </a:lnSpc>
                        <a:buNone/>
                      </a:pPr>
                      <a:r>
                        <a:rPr lang="zh-CN" sz="1200" kern="100">
                          <a:effectLst/>
                          <a:latin typeface="+mn-ea"/>
                          <a:ea typeface="+mn-ea"/>
                        </a:rPr>
                        <a:t>大纲级别</a:t>
                      </a:r>
                      <a:endParaRPr lang="zh-CN" sz="16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000"/>
                        </a:lnSpc>
                        <a:buNone/>
                      </a:pPr>
                      <a:r>
                        <a:rPr lang="zh-CN" sz="1200" kern="100" dirty="0">
                          <a:effectLst/>
                          <a:latin typeface="+mn-ea"/>
                          <a:ea typeface="+mn-ea"/>
                        </a:rPr>
                        <a:t>正文文本</a:t>
                      </a:r>
                      <a:endParaRPr lang="zh-CN" sz="16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000"/>
                        </a:lnSpc>
                        <a:buNone/>
                      </a:pPr>
                      <a:r>
                        <a:rPr lang="zh-CN" sz="1200" kern="100">
                          <a:effectLst/>
                          <a:latin typeface="+mn-ea"/>
                          <a:ea typeface="+mn-ea"/>
                        </a:rPr>
                        <a:t>正文文本</a:t>
                      </a:r>
                      <a:endParaRPr lang="zh-CN" sz="16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3860644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pPr algn="just">
                        <a:lnSpc>
                          <a:spcPts val="2000"/>
                        </a:lnSpc>
                        <a:buNone/>
                      </a:pPr>
                      <a:r>
                        <a:rPr lang="zh-CN" sz="1200" kern="100">
                          <a:effectLst/>
                          <a:latin typeface="+mn-ea"/>
                          <a:ea typeface="+mn-ea"/>
                        </a:rPr>
                        <a:t>缩进（左右）</a:t>
                      </a:r>
                      <a:endParaRPr lang="zh-CN" sz="16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000"/>
                        </a:lnSpc>
                        <a:buNone/>
                      </a:pPr>
                      <a:r>
                        <a:rPr lang="en-US" sz="1200" kern="100" dirty="0">
                          <a:effectLst/>
                          <a:latin typeface="+mn-ea"/>
                          <a:ea typeface="+mn-ea"/>
                        </a:rPr>
                        <a:t>0</a:t>
                      </a:r>
                      <a:r>
                        <a:rPr lang="zh-CN" sz="1200" kern="100" dirty="0">
                          <a:effectLst/>
                          <a:latin typeface="+mn-ea"/>
                          <a:ea typeface="+mn-ea"/>
                        </a:rPr>
                        <a:t>字符</a:t>
                      </a:r>
                      <a:endParaRPr lang="zh-CN" sz="16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000"/>
                        </a:lnSpc>
                        <a:buNone/>
                      </a:pPr>
                      <a:r>
                        <a:rPr lang="en-US" sz="1200" kern="100">
                          <a:effectLst/>
                          <a:latin typeface="+mn-ea"/>
                          <a:ea typeface="+mn-ea"/>
                        </a:rPr>
                        <a:t>0</a:t>
                      </a:r>
                      <a:r>
                        <a:rPr lang="zh-CN" sz="1200" kern="100">
                          <a:effectLst/>
                          <a:latin typeface="+mn-ea"/>
                          <a:ea typeface="+mn-ea"/>
                        </a:rPr>
                        <a:t>字符</a:t>
                      </a:r>
                      <a:endParaRPr lang="zh-CN" sz="16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720344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pPr algn="just">
                        <a:lnSpc>
                          <a:spcPts val="2000"/>
                        </a:lnSpc>
                        <a:buNone/>
                      </a:pPr>
                      <a:r>
                        <a:rPr lang="zh-CN" sz="1200" kern="100">
                          <a:effectLst/>
                          <a:latin typeface="+mn-ea"/>
                          <a:ea typeface="+mn-ea"/>
                        </a:rPr>
                        <a:t>特殊</a:t>
                      </a:r>
                      <a:endParaRPr lang="zh-CN" sz="16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000"/>
                        </a:lnSpc>
                        <a:buNone/>
                      </a:pPr>
                      <a:r>
                        <a:rPr lang="zh-CN" sz="1200" kern="100">
                          <a:effectLst/>
                          <a:latin typeface="+mn-ea"/>
                          <a:ea typeface="+mn-ea"/>
                        </a:rPr>
                        <a:t>无</a:t>
                      </a:r>
                      <a:endParaRPr lang="zh-CN" sz="16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000"/>
                        </a:lnSpc>
                        <a:buNone/>
                      </a:pPr>
                      <a:r>
                        <a:rPr lang="zh-CN" sz="1200" kern="100">
                          <a:effectLst/>
                          <a:latin typeface="+mn-ea"/>
                          <a:ea typeface="+mn-ea"/>
                        </a:rPr>
                        <a:t>无</a:t>
                      </a:r>
                      <a:endParaRPr lang="zh-CN" sz="16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5207823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pPr algn="just">
                        <a:lnSpc>
                          <a:spcPts val="2000"/>
                        </a:lnSpc>
                        <a:buNone/>
                      </a:pPr>
                      <a:r>
                        <a:rPr lang="zh-CN" sz="1200" kern="100" dirty="0">
                          <a:effectLst/>
                          <a:latin typeface="+mn-ea"/>
                          <a:ea typeface="+mn-ea"/>
                        </a:rPr>
                        <a:t>对称缩进</a:t>
                      </a:r>
                      <a:endParaRPr lang="zh-CN" sz="16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000"/>
                        </a:lnSpc>
                        <a:buNone/>
                      </a:pPr>
                      <a:r>
                        <a:rPr lang="zh-CN" sz="1200" kern="100">
                          <a:effectLst/>
                          <a:latin typeface="+mn-ea"/>
                          <a:ea typeface="+mn-ea"/>
                        </a:rPr>
                        <a:t>取消勾选</a:t>
                      </a:r>
                      <a:endParaRPr lang="zh-CN" sz="16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000"/>
                        </a:lnSpc>
                        <a:buNone/>
                      </a:pPr>
                      <a:r>
                        <a:rPr lang="zh-CN" sz="1200" kern="100" dirty="0">
                          <a:effectLst/>
                          <a:latin typeface="+mn-ea"/>
                          <a:ea typeface="+mn-ea"/>
                        </a:rPr>
                        <a:t>取消勾选</a:t>
                      </a:r>
                      <a:endParaRPr lang="zh-CN" sz="16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21780896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pPr algn="just">
                        <a:lnSpc>
                          <a:spcPts val="2000"/>
                        </a:lnSpc>
                        <a:buNone/>
                      </a:pPr>
                      <a:r>
                        <a:rPr lang="zh-CN" sz="1200" kern="100">
                          <a:effectLst/>
                          <a:latin typeface="+mn-ea"/>
                          <a:ea typeface="+mn-ea"/>
                        </a:rPr>
                        <a:t>段前间距</a:t>
                      </a:r>
                      <a:endParaRPr lang="zh-CN" sz="16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000"/>
                        </a:lnSpc>
                        <a:buNone/>
                      </a:pPr>
                      <a:r>
                        <a:rPr lang="en-US" sz="1200" kern="100">
                          <a:effectLst/>
                          <a:latin typeface="+mn-ea"/>
                          <a:ea typeface="+mn-ea"/>
                        </a:rPr>
                        <a:t>0</a:t>
                      </a:r>
                      <a:r>
                        <a:rPr lang="zh-CN" sz="1200" kern="100">
                          <a:effectLst/>
                          <a:latin typeface="+mn-ea"/>
                          <a:ea typeface="+mn-ea"/>
                        </a:rPr>
                        <a:t>行</a:t>
                      </a:r>
                      <a:endParaRPr lang="zh-CN" sz="16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000"/>
                        </a:lnSpc>
                        <a:buNone/>
                      </a:pPr>
                      <a:r>
                        <a:rPr lang="en-US" sz="1200" kern="100" dirty="0">
                          <a:effectLst/>
                          <a:latin typeface="+mn-ea"/>
                          <a:ea typeface="+mn-ea"/>
                        </a:rPr>
                        <a:t>0</a:t>
                      </a:r>
                      <a:r>
                        <a:rPr lang="zh-CN" sz="1200" kern="100" dirty="0">
                          <a:effectLst/>
                          <a:latin typeface="+mn-ea"/>
                          <a:ea typeface="+mn-ea"/>
                        </a:rPr>
                        <a:t>行</a:t>
                      </a:r>
                      <a:endParaRPr lang="zh-CN" sz="16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70044074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pPr algn="just">
                        <a:lnSpc>
                          <a:spcPts val="2000"/>
                        </a:lnSpc>
                        <a:buNone/>
                      </a:pPr>
                      <a:r>
                        <a:rPr lang="zh-CN" sz="1200" kern="100">
                          <a:effectLst/>
                          <a:latin typeface="+mn-ea"/>
                          <a:ea typeface="+mn-ea"/>
                        </a:rPr>
                        <a:t>段后间距</a:t>
                      </a:r>
                      <a:endParaRPr lang="zh-CN" sz="16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1200" kern="100" dirty="0">
                          <a:effectLst/>
                          <a:latin typeface="+mn-ea"/>
                          <a:ea typeface="+mn-ea"/>
                        </a:rPr>
                        <a:t>0</a:t>
                      </a:r>
                      <a:r>
                        <a:rPr lang="zh-CN" sz="1200" kern="100" dirty="0">
                          <a:effectLst/>
                          <a:latin typeface="+mn-ea"/>
                          <a:ea typeface="+mn-ea"/>
                        </a:rPr>
                        <a:t>行</a:t>
                      </a:r>
                      <a:endParaRPr lang="zh-CN" sz="16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1200" kern="100" dirty="0">
                          <a:effectLst/>
                          <a:latin typeface="+mn-ea"/>
                          <a:ea typeface="+mn-ea"/>
                        </a:rPr>
                        <a:t>0</a:t>
                      </a:r>
                      <a:r>
                        <a:rPr lang="zh-CN" sz="1200" kern="100" dirty="0">
                          <a:effectLst/>
                          <a:latin typeface="+mn-ea"/>
                          <a:ea typeface="+mn-ea"/>
                        </a:rPr>
                        <a:t>行</a:t>
                      </a:r>
                      <a:endParaRPr lang="zh-CN" sz="16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12382174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pPr algn="just">
                        <a:lnSpc>
                          <a:spcPts val="2000"/>
                        </a:lnSpc>
                        <a:buNone/>
                      </a:pPr>
                      <a:r>
                        <a:rPr lang="zh-CN" sz="1200" kern="100">
                          <a:effectLst/>
                          <a:latin typeface="+mn-ea"/>
                          <a:ea typeface="+mn-ea"/>
                        </a:rPr>
                        <a:t>行距</a:t>
                      </a:r>
                      <a:endParaRPr lang="zh-CN" sz="16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000"/>
                        </a:lnSpc>
                        <a:buNone/>
                      </a:pPr>
                      <a:r>
                        <a:rPr lang="zh-CN" sz="1200" kern="100" dirty="0">
                          <a:effectLst/>
                          <a:latin typeface="+mn-ea"/>
                          <a:ea typeface="+mn-ea"/>
                        </a:rPr>
                        <a:t>单倍行距</a:t>
                      </a:r>
                      <a:endParaRPr lang="zh-CN" sz="16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000"/>
                        </a:lnSpc>
                        <a:buNone/>
                      </a:pPr>
                      <a:r>
                        <a:rPr lang="zh-CN" sz="1200" kern="100" dirty="0">
                          <a:effectLst/>
                          <a:latin typeface="+mn-ea"/>
                          <a:ea typeface="+mn-ea"/>
                        </a:rPr>
                        <a:t>单倍行距</a:t>
                      </a:r>
                      <a:endParaRPr lang="zh-CN" sz="16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31400168"/>
                  </a:ext>
                </a:extLst>
              </a:tr>
            </a:tbl>
          </a:graphicData>
        </a:graphic>
      </p:graphicFrame>
      <p:pic>
        <p:nvPicPr>
          <p:cNvPr id="7" name="内容占位符 4">
            <a:extLst>
              <a:ext uri="{FF2B5EF4-FFF2-40B4-BE49-F238E27FC236}">
                <a16:creationId xmlns:a16="http://schemas.microsoft.com/office/drawing/2014/main" id="{92323D12-E3B3-E77A-482F-3AEBE82707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4322" y="1316297"/>
            <a:ext cx="3356932" cy="435133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753110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2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2209</TotalTime>
  <Words>993</Words>
  <Application>Microsoft Office PowerPoint</Application>
  <PresentationFormat>宽屏</PresentationFormat>
  <Paragraphs>174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3" baseType="lpstr">
      <vt:lpstr>等线</vt:lpstr>
      <vt:lpstr>楷体</vt:lpstr>
      <vt:lpstr>微软雅黑</vt:lpstr>
      <vt:lpstr>Arial</vt:lpstr>
      <vt:lpstr>Times New Roman</vt:lpstr>
      <vt:lpstr>Wingdings</vt:lpstr>
      <vt:lpstr>Office 主题​​</vt:lpstr>
      <vt:lpstr>撰写体例要求</vt:lpstr>
      <vt:lpstr>撰写体例要求</vt:lpstr>
      <vt:lpstr>正文标题</vt:lpstr>
      <vt:lpstr>使用技巧——正文标题设置</vt:lpstr>
      <vt:lpstr>使用技巧——图表设置</vt:lpstr>
      <vt:lpstr>图/表注释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姚亮Liang.Yao</dc:creator>
  <cp:lastModifiedBy>邓微Wei.Deng</cp:lastModifiedBy>
  <cp:revision>179</cp:revision>
  <dcterms:created xsi:type="dcterms:W3CDTF">2022-07-21T07:50:48Z</dcterms:created>
  <dcterms:modified xsi:type="dcterms:W3CDTF">2026-04-02T09:31:15Z</dcterms:modified>
</cp:coreProperties>
</file>